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72" r:id="rId9"/>
    <p:sldId id="273" r:id="rId10"/>
    <p:sldId id="274" r:id="rId11"/>
  </p:sldIdLst>
  <p:sldSz cx="9144000" cy="5143500" type="screen16x9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/>
          <a:stretch/>
        </p:blipFill>
        <p:spPr>
          <a:xfrm>
            <a:off x="720" y="0"/>
            <a:ext cx="914220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" name="Google Shape;10;p2"/>
          <p:cNvGrpSpPr/>
          <p:nvPr/>
        </p:nvGrpSpPr>
        <p:grpSpPr>
          <a:xfrm>
            <a:off x="142560" y="137160"/>
            <a:ext cx="8858520" cy="4868640"/>
            <a:chOff x="142560" y="137160"/>
            <a:chExt cx="8858520" cy="4868640"/>
          </a:xfrm>
        </p:grpSpPr>
        <p:sp>
          <p:nvSpPr>
            <p:cNvPr id="4" name="Google Shape;11;p2"/>
            <p:cNvSpPr/>
            <p:nvPr/>
          </p:nvSpPr>
          <p:spPr>
            <a:xfrm>
              <a:off x="142560" y="13716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5" h="5125" fill="none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>
              <a:off x="302040" y="296640"/>
              <a:ext cx="8539560" cy="454968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4549680"/>
                <a:gd name="textAreaBottom" fmla="*/ 4550040 h 4549680"/>
              </a:gdLst>
              <a:ahLst/>
              <a:cxnLst/>
              <a:rect l="textAreaLeft" t="textAreaTop" r="textAreaRight" b="textAreaBottom"/>
              <a:pathLst>
                <a:path w="274392" h="146200" fill="none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>
              <a:off x="302040" y="296640"/>
              <a:ext cx="8539560" cy="454968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4549680"/>
                <a:gd name="textAreaBottom" fmla="*/ 4550040 h 4549680"/>
              </a:gdLst>
              <a:ahLst/>
              <a:cxnLst/>
              <a:rect l="textAreaLeft" t="textAreaTop" r="textAreaRight" b="textAreaBottom"/>
              <a:pathLst>
                <a:path w="274392" h="146200" fill="none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420480" y="402480"/>
              <a:ext cx="8303040" cy="4338000"/>
            </a:xfrm>
            <a:custGeom>
              <a:avLst/>
              <a:gdLst>
                <a:gd name="textAreaLeft" fmla="*/ 0 w 8303040"/>
                <a:gd name="textAreaRight" fmla="*/ 8303400 w 8303040"/>
                <a:gd name="textAreaTop" fmla="*/ 0 h 4338000"/>
                <a:gd name="textAreaBottom" fmla="*/ 4338360 h 4338000"/>
              </a:gdLst>
              <a:ahLst/>
              <a:cxnLst/>
              <a:rect l="textAreaLeft" t="textAreaTop" r="textAreaRight" b="textAreaBottom"/>
              <a:pathLst>
                <a:path w="266794" h="139402" fill="none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208440" y="212760"/>
              <a:ext cx="8727120" cy="4717800"/>
            </a:xfrm>
            <a:custGeom>
              <a:avLst/>
              <a:gdLst>
                <a:gd name="textAreaLeft" fmla="*/ 0 w 8727120"/>
                <a:gd name="textAreaRight" fmla="*/ 8727480 w 8727120"/>
                <a:gd name="textAreaTop" fmla="*/ 0 h 4717800"/>
                <a:gd name="textAreaBottom" fmla="*/ 4718160 h 4717800"/>
              </a:gdLst>
              <a:ahLst/>
              <a:cxnLst/>
              <a:rect l="textAreaLeft" t="textAreaTop" r="textAreaRight" b="textAreaBottom"/>
              <a:pathLst>
                <a:path w="280428" h="151598" fill="none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841960" y="13716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4" h="5125" fill="none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142560" y="484668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5" h="5125" fill="none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841960" y="484668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4" h="5125" fill="none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361600" y="1453320"/>
            <a:ext cx="4420800" cy="2054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76;p15"/>
          <p:cNvPicPr/>
          <p:nvPr/>
        </p:nvPicPr>
        <p:blipFill>
          <a:blip r:embed="rId2"/>
          <a:stretch/>
        </p:blipFill>
        <p:spPr>
          <a:xfrm>
            <a:off x="720" y="0"/>
            <a:ext cx="914220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" name="Google Shape;177;p15"/>
          <p:cNvGrpSpPr/>
          <p:nvPr/>
        </p:nvGrpSpPr>
        <p:grpSpPr>
          <a:xfrm>
            <a:off x="142560" y="137160"/>
            <a:ext cx="8858520" cy="4868640"/>
            <a:chOff x="142560" y="137160"/>
            <a:chExt cx="8858520" cy="4868640"/>
          </a:xfrm>
        </p:grpSpPr>
        <p:sp>
          <p:nvSpPr>
            <p:cNvPr id="16" name="Google Shape;178;p15"/>
            <p:cNvSpPr/>
            <p:nvPr/>
          </p:nvSpPr>
          <p:spPr>
            <a:xfrm>
              <a:off x="142560" y="13716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5" h="5125" fill="none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79;p15"/>
            <p:cNvSpPr/>
            <p:nvPr/>
          </p:nvSpPr>
          <p:spPr>
            <a:xfrm>
              <a:off x="302040" y="296640"/>
              <a:ext cx="8539560" cy="454968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4549680"/>
                <a:gd name="textAreaBottom" fmla="*/ 4550040 h 4549680"/>
              </a:gdLst>
              <a:ahLst/>
              <a:cxnLst/>
              <a:rect l="textAreaLeft" t="textAreaTop" r="textAreaRight" b="textAreaBottom"/>
              <a:pathLst>
                <a:path w="274392" h="146200" fill="none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180;p15"/>
            <p:cNvSpPr/>
            <p:nvPr/>
          </p:nvSpPr>
          <p:spPr>
            <a:xfrm>
              <a:off x="302040" y="296640"/>
              <a:ext cx="8539560" cy="454968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4549680"/>
                <a:gd name="textAreaBottom" fmla="*/ 4550040 h 4549680"/>
              </a:gdLst>
              <a:ahLst/>
              <a:cxnLst/>
              <a:rect l="textAreaLeft" t="textAreaTop" r="textAreaRight" b="textAreaBottom"/>
              <a:pathLst>
                <a:path w="274392" h="146200" fill="none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181;p15"/>
            <p:cNvSpPr/>
            <p:nvPr/>
          </p:nvSpPr>
          <p:spPr>
            <a:xfrm>
              <a:off x="420480" y="402480"/>
              <a:ext cx="8303040" cy="4338000"/>
            </a:xfrm>
            <a:custGeom>
              <a:avLst/>
              <a:gdLst>
                <a:gd name="textAreaLeft" fmla="*/ 0 w 8303040"/>
                <a:gd name="textAreaRight" fmla="*/ 8303400 w 8303040"/>
                <a:gd name="textAreaTop" fmla="*/ 0 h 4338000"/>
                <a:gd name="textAreaBottom" fmla="*/ 4338360 h 4338000"/>
              </a:gdLst>
              <a:ahLst/>
              <a:cxnLst/>
              <a:rect l="textAreaLeft" t="textAreaTop" r="textAreaRight" b="textAreaBottom"/>
              <a:pathLst>
                <a:path w="266794" h="139402" fill="none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182;p15"/>
            <p:cNvSpPr/>
            <p:nvPr/>
          </p:nvSpPr>
          <p:spPr>
            <a:xfrm>
              <a:off x="208440" y="212760"/>
              <a:ext cx="8727120" cy="4717800"/>
            </a:xfrm>
            <a:custGeom>
              <a:avLst/>
              <a:gdLst>
                <a:gd name="textAreaLeft" fmla="*/ 0 w 8727120"/>
                <a:gd name="textAreaRight" fmla="*/ 8727480 w 8727120"/>
                <a:gd name="textAreaTop" fmla="*/ 0 h 4717800"/>
                <a:gd name="textAreaBottom" fmla="*/ 4718160 h 4717800"/>
              </a:gdLst>
              <a:ahLst/>
              <a:cxnLst/>
              <a:rect l="textAreaLeft" t="textAreaTop" r="textAreaRight" b="textAreaBottom"/>
              <a:pathLst>
                <a:path w="280428" h="151598" fill="none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83;p15"/>
            <p:cNvSpPr/>
            <p:nvPr/>
          </p:nvSpPr>
          <p:spPr>
            <a:xfrm>
              <a:off x="8841960" y="13716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4" h="5125" fill="none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84;p15"/>
            <p:cNvSpPr/>
            <p:nvPr/>
          </p:nvSpPr>
          <p:spPr>
            <a:xfrm>
              <a:off x="142560" y="484668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5" h="5125" fill="none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85;p15"/>
            <p:cNvSpPr/>
            <p:nvPr/>
          </p:nvSpPr>
          <p:spPr>
            <a:xfrm>
              <a:off x="8841960" y="484668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4" h="5125" fill="none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1370880"/>
            <a:ext cx="3519360" cy="150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931640" y="1000800"/>
            <a:ext cx="3246480" cy="324648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388;p28"/>
          <p:cNvPicPr/>
          <p:nvPr/>
        </p:nvPicPr>
        <p:blipFill>
          <a:blip r:embed="rId2"/>
          <a:stretch/>
        </p:blipFill>
        <p:spPr>
          <a:xfrm>
            <a:off x="720" y="0"/>
            <a:ext cx="914220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7" name="Google Shape;389;p28"/>
          <p:cNvGrpSpPr/>
          <p:nvPr/>
        </p:nvGrpSpPr>
        <p:grpSpPr>
          <a:xfrm>
            <a:off x="142560" y="137160"/>
            <a:ext cx="8858520" cy="4868640"/>
            <a:chOff x="142560" y="137160"/>
            <a:chExt cx="8858520" cy="4868640"/>
          </a:xfrm>
        </p:grpSpPr>
        <p:sp>
          <p:nvSpPr>
            <p:cNvPr id="28" name="Google Shape;390;p28"/>
            <p:cNvSpPr/>
            <p:nvPr/>
          </p:nvSpPr>
          <p:spPr>
            <a:xfrm>
              <a:off x="142560" y="13716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5" h="5125" fill="none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91;p28"/>
            <p:cNvSpPr/>
            <p:nvPr/>
          </p:nvSpPr>
          <p:spPr>
            <a:xfrm>
              <a:off x="302040" y="296640"/>
              <a:ext cx="8539560" cy="454968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4549680"/>
                <a:gd name="textAreaBottom" fmla="*/ 4550040 h 4549680"/>
              </a:gdLst>
              <a:ahLst/>
              <a:cxnLst/>
              <a:rect l="textAreaLeft" t="textAreaTop" r="textAreaRight" b="textAreaBottom"/>
              <a:pathLst>
                <a:path w="274392" h="146200" fill="none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92;p28"/>
            <p:cNvSpPr/>
            <p:nvPr/>
          </p:nvSpPr>
          <p:spPr>
            <a:xfrm>
              <a:off x="302040" y="296640"/>
              <a:ext cx="8539560" cy="454968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4549680"/>
                <a:gd name="textAreaBottom" fmla="*/ 4550040 h 4549680"/>
              </a:gdLst>
              <a:ahLst/>
              <a:cxnLst/>
              <a:rect l="textAreaLeft" t="textAreaTop" r="textAreaRight" b="textAreaBottom"/>
              <a:pathLst>
                <a:path w="274392" h="146200" fill="none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93;p28"/>
            <p:cNvSpPr/>
            <p:nvPr/>
          </p:nvSpPr>
          <p:spPr>
            <a:xfrm>
              <a:off x="420480" y="402480"/>
              <a:ext cx="8303040" cy="4338000"/>
            </a:xfrm>
            <a:custGeom>
              <a:avLst/>
              <a:gdLst>
                <a:gd name="textAreaLeft" fmla="*/ 0 w 8303040"/>
                <a:gd name="textAreaRight" fmla="*/ 8303400 w 8303040"/>
                <a:gd name="textAreaTop" fmla="*/ 0 h 4338000"/>
                <a:gd name="textAreaBottom" fmla="*/ 4338360 h 4338000"/>
              </a:gdLst>
              <a:ahLst/>
              <a:cxnLst/>
              <a:rect l="textAreaLeft" t="textAreaTop" r="textAreaRight" b="textAreaBottom"/>
              <a:pathLst>
                <a:path w="266794" h="139402" fill="none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4;p28"/>
            <p:cNvSpPr/>
            <p:nvPr/>
          </p:nvSpPr>
          <p:spPr>
            <a:xfrm>
              <a:off x="208440" y="212760"/>
              <a:ext cx="8727120" cy="4717800"/>
            </a:xfrm>
            <a:custGeom>
              <a:avLst/>
              <a:gdLst>
                <a:gd name="textAreaLeft" fmla="*/ 0 w 8727120"/>
                <a:gd name="textAreaRight" fmla="*/ 8727480 w 8727120"/>
                <a:gd name="textAreaTop" fmla="*/ 0 h 4717800"/>
                <a:gd name="textAreaBottom" fmla="*/ 4718160 h 4717800"/>
              </a:gdLst>
              <a:ahLst/>
              <a:cxnLst/>
              <a:rect l="textAreaLeft" t="textAreaTop" r="textAreaRight" b="textAreaBottom"/>
              <a:pathLst>
                <a:path w="280428" h="151598" fill="none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395;p28"/>
            <p:cNvSpPr/>
            <p:nvPr/>
          </p:nvSpPr>
          <p:spPr>
            <a:xfrm>
              <a:off x="8841960" y="13716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4" h="5125" fill="none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396;p28"/>
            <p:cNvSpPr/>
            <p:nvPr/>
          </p:nvSpPr>
          <p:spPr>
            <a:xfrm>
              <a:off x="142560" y="484668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5" h="5125" fill="none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397;p28"/>
            <p:cNvSpPr/>
            <p:nvPr/>
          </p:nvSpPr>
          <p:spPr>
            <a:xfrm>
              <a:off x="8841960" y="484668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4" h="5125" fill="none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97000" y="677520"/>
            <a:ext cx="67500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7" name="Google Shape;400;p28"/>
          <p:cNvSpPr/>
          <p:nvPr/>
        </p:nvSpPr>
        <p:spPr>
          <a:xfrm>
            <a:off x="2405880" y="3611880"/>
            <a:ext cx="433224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Source Sans 3"/>
                <a:ea typeface="Source Sans 3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ource Sans 3"/>
                <a:ea typeface="Source Sans 3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Source Sans 3"/>
                <a:ea typeface="Source Sans 3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ource Sans 3"/>
                <a:ea typeface="Source Sans 3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Source Sans 3"/>
                <a:ea typeface="Source Sans 3"/>
                <a:hlinkClick r:id="rId4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Source Sans 3"/>
                <a:ea typeface="Source Sans 3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Source Sans 3"/>
                <a:ea typeface="Source Sans 3"/>
                <a:hlinkClick r:id="rId5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Source Sans 3"/>
                <a:ea typeface="Source Sans 3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6;p4"/>
          <p:cNvPicPr/>
          <p:nvPr/>
        </p:nvPicPr>
        <p:blipFill>
          <a:blip r:embed="rId2"/>
          <a:stretch/>
        </p:blipFill>
        <p:spPr>
          <a:xfrm>
            <a:off x="720" y="0"/>
            <a:ext cx="9142200" cy="5143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9" name="Google Shape;37;p4"/>
          <p:cNvGrpSpPr/>
          <p:nvPr/>
        </p:nvGrpSpPr>
        <p:grpSpPr>
          <a:xfrm>
            <a:off x="142560" y="137160"/>
            <a:ext cx="8858520" cy="4868640"/>
            <a:chOff x="142560" y="137160"/>
            <a:chExt cx="8858520" cy="4868640"/>
          </a:xfrm>
        </p:grpSpPr>
        <p:sp>
          <p:nvSpPr>
            <p:cNvPr id="40" name="Google Shape;38;p4"/>
            <p:cNvSpPr/>
            <p:nvPr/>
          </p:nvSpPr>
          <p:spPr>
            <a:xfrm>
              <a:off x="142560" y="13716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5" h="5125" fill="none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39;p4"/>
            <p:cNvSpPr/>
            <p:nvPr/>
          </p:nvSpPr>
          <p:spPr>
            <a:xfrm>
              <a:off x="302040" y="296640"/>
              <a:ext cx="8539560" cy="454968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4549680"/>
                <a:gd name="textAreaBottom" fmla="*/ 4550040 h 4549680"/>
              </a:gdLst>
              <a:ahLst/>
              <a:cxnLst/>
              <a:rect l="textAreaLeft" t="textAreaTop" r="textAreaRight" b="textAreaBottom"/>
              <a:pathLst>
                <a:path w="274392" h="146200" fill="none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0;p4"/>
            <p:cNvSpPr/>
            <p:nvPr/>
          </p:nvSpPr>
          <p:spPr>
            <a:xfrm>
              <a:off x="302040" y="296640"/>
              <a:ext cx="8539560" cy="4549680"/>
            </a:xfrm>
            <a:custGeom>
              <a:avLst/>
              <a:gdLst>
                <a:gd name="textAreaLeft" fmla="*/ 0 w 8539560"/>
                <a:gd name="textAreaRight" fmla="*/ 8539920 w 8539560"/>
                <a:gd name="textAreaTop" fmla="*/ 0 h 4549680"/>
                <a:gd name="textAreaBottom" fmla="*/ 4550040 h 4549680"/>
              </a:gdLst>
              <a:ahLst/>
              <a:cxnLst/>
              <a:rect l="textAreaLeft" t="textAreaTop" r="textAreaRight" b="textAreaBottom"/>
              <a:pathLst>
                <a:path w="274392" h="146200" fill="none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41;p4"/>
            <p:cNvSpPr/>
            <p:nvPr/>
          </p:nvSpPr>
          <p:spPr>
            <a:xfrm>
              <a:off x="420480" y="402480"/>
              <a:ext cx="8303040" cy="4338000"/>
            </a:xfrm>
            <a:custGeom>
              <a:avLst/>
              <a:gdLst>
                <a:gd name="textAreaLeft" fmla="*/ 0 w 8303040"/>
                <a:gd name="textAreaRight" fmla="*/ 8303400 w 8303040"/>
                <a:gd name="textAreaTop" fmla="*/ 0 h 4338000"/>
                <a:gd name="textAreaBottom" fmla="*/ 4338360 h 4338000"/>
              </a:gdLst>
              <a:ahLst/>
              <a:cxnLst/>
              <a:rect l="textAreaLeft" t="textAreaTop" r="textAreaRight" b="textAreaBottom"/>
              <a:pathLst>
                <a:path w="266794" h="139402" fill="none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w="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42;p4"/>
            <p:cNvSpPr/>
            <p:nvPr/>
          </p:nvSpPr>
          <p:spPr>
            <a:xfrm>
              <a:off x="208440" y="212760"/>
              <a:ext cx="8727120" cy="4717800"/>
            </a:xfrm>
            <a:custGeom>
              <a:avLst/>
              <a:gdLst>
                <a:gd name="textAreaLeft" fmla="*/ 0 w 8727120"/>
                <a:gd name="textAreaRight" fmla="*/ 8727480 w 8727120"/>
                <a:gd name="textAreaTop" fmla="*/ 0 h 4717800"/>
                <a:gd name="textAreaBottom" fmla="*/ 4718160 h 4717800"/>
              </a:gdLst>
              <a:ahLst/>
              <a:cxnLst/>
              <a:rect l="textAreaLeft" t="textAreaTop" r="textAreaRight" b="textAreaBottom"/>
              <a:pathLst>
                <a:path w="280428" h="151598" fill="none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w="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43;p4"/>
            <p:cNvSpPr/>
            <p:nvPr/>
          </p:nvSpPr>
          <p:spPr>
            <a:xfrm>
              <a:off x="8841960" y="13716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4" h="5125" fill="none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44;p4"/>
            <p:cNvSpPr/>
            <p:nvPr/>
          </p:nvSpPr>
          <p:spPr>
            <a:xfrm>
              <a:off x="142560" y="484668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5" h="5125" fill="none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45;p4"/>
            <p:cNvSpPr/>
            <p:nvPr/>
          </p:nvSpPr>
          <p:spPr>
            <a:xfrm>
              <a:off x="8841960" y="4846680"/>
              <a:ext cx="159120" cy="15912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159120"/>
                <a:gd name="textAreaBottom" fmla="*/ 159480 h 159120"/>
              </a:gdLst>
              <a:ahLst/>
              <a:cxnLst/>
              <a:rect l="textAreaLeft" t="textAreaTop" r="textAreaRight" b="textAreaBottom"/>
              <a:pathLst>
                <a:path w="5124" h="5125" fill="none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w="16250">
              <a:solidFill>
                <a:srgbClr val="9B794E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560" bIns="79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597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20000" y="1292040"/>
            <a:ext cx="770364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054717" y="2489211"/>
            <a:ext cx="7033846" cy="70859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300" b="0" u="none" strike="noStrike" noProof="0" dirty="0" err="1">
                <a:solidFill>
                  <a:schemeClr val="dk1"/>
                </a:solidFill>
                <a:effectLst/>
                <a:uFillTx/>
                <a:latin typeface="Libre Baskerville"/>
                <a:ea typeface="Libre Baskerville"/>
              </a:rPr>
              <a:t>Ether&amp;SteamBoys</a:t>
            </a:r>
            <a:r>
              <a:rPr lang="es-ES" sz="33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  <a:ea typeface="Libre Baskerville"/>
              </a:rPr>
              <a:t>: Legacy</a:t>
            </a:r>
            <a:endParaRPr lang="es-ES" sz="37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1609560" y="3957155"/>
            <a:ext cx="5924160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9999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6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  <a:ea typeface="Source Sans 3"/>
              </a:rPr>
              <a:t>Diego Álvarez del Pozo</a:t>
            </a:r>
            <a:endParaRPr lang="es-ES" sz="16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6" name="Google Shape;896;p34"/>
          <p:cNvGrpSpPr/>
          <p:nvPr/>
        </p:nvGrpSpPr>
        <p:grpSpPr>
          <a:xfrm>
            <a:off x="565200" y="519480"/>
            <a:ext cx="8012160" cy="4104360"/>
            <a:chOff x="565200" y="519480"/>
            <a:chExt cx="8012160" cy="4104360"/>
          </a:xfrm>
        </p:grpSpPr>
        <p:sp>
          <p:nvSpPr>
            <p:cNvPr id="57" name="Google Shape;897;p34"/>
            <p:cNvSpPr/>
            <p:nvPr/>
          </p:nvSpPr>
          <p:spPr>
            <a:xfrm>
              <a:off x="881280" y="519480"/>
              <a:ext cx="685800" cy="236520"/>
            </a:xfrm>
            <a:custGeom>
              <a:avLst/>
              <a:gdLst>
                <a:gd name="textAreaLeft" fmla="*/ 0 w 685800"/>
                <a:gd name="textAreaRight" fmla="*/ 686160 w 68580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22045" h="7611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898;p34"/>
            <p:cNvSpPr/>
            <p:nvPr/>
          </p:nvSpPr>
          <p:spPr>
            <a:xfrm>
              <a:off x="887040" y="727560"/>
              <a:ext cx="225000" cy="15084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150840"/>
                <a:gd name="textAreaBottom" fmla="*/ 151200 h 150840"/>
              </a:gdLst>
              <a:ahLst/>
              <a:cxnLst/>
              <a:rect l="textAreaLeft" t="textAreaTop" r="textAreaRight" b="textAreaBottom"/>
              <a:pathLst>
                <a:path w="7237" h="4863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0" bIns="75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899;p34"/>
            <p:cNvSpPr/>
            <p:nvPr/>
          </p:nvSpPr>
          <p:spPr>
            <a:xfrm>
              <a:off x="954720" y="700920"/>
              <a:ext cx="90720" cy="9576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925" h="3088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900;p34"/>
            <p:cNvSpPr/>
            <p:nvPr/>
          </p:nvSpPr>
          <p:spPr>
            <a:xfrm>
              <a:off x="1012320" y="789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3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901;p34"/>
            <p:cNvSpPr/>
            <p:nvPr/>
          </p:nvSpPr>
          <p:spPr>
            <a:xfrm>
              <a:off x="772560" y="567360"/>
              <a:ext cx="257040" cy="12924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129240"/>
                <a:gd name="textAreaBottom" fmla="*/ 129600 h 129240"/>
              </a:gdLst>
              <a:ahLst/>
              <a:cxnLst/>
              <a:rect l="textAreaLeft" t="textAreaTop" r="textAreaRight" b="textAreaBottom"/>
              <a:pathLst>
                <a:path w="8274" h="4162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902;p34"/>
            <p:cNvSpPr/>
            <p:nvPr/>
          </p:nvSpPr>
          <p:spPr>
            <a:xfrm>
              <a:off x="1096560" y="573480"/>
              <a:ext cx="110160" cy="9936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550" h="320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903;p34"/>
            <p:cNvSpPr/>
            <p:nvPr/>
          </p:nvSpPr>
          <p:spPr>
            <a:xfrm>
              <a:off x="1234800" y="606240"/>
              <a:ext cx="41400" cy="540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338" h="1751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904;p34"/>
            <p:cNvSpPr/>
            <p:nvPr/>
          </p:nvSpPr>
          <p:spPr>
            <a:xfrm>
              <a:off x="748440" y="63108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6" h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905;p34"/>
            <p:cNvSpPr/>
            <p:nvPr/>
          </p:nvSpPr>
          <p:spPr>
            <a:xfrm>
              <a:off x="843480" y="609840"/>
              <a:ext cx="96480" cy="14040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112" h="4525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906;p34"/>
            <p:cNvSpPr/>
            <p:nvPr/>
          </p:nvSpPr>
          <p:spPr>
            <a:xfrm>
              <a:off x="822960" y="735840"/>
              <a:ext cx="37800" cy="39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226" h="1301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907;p34"/>
            <p:cNvSpPr/>
            <p:nvPr/>
          </p:nvSpPr>
          <p:spPr>
            <a:xfrm>
              <a:off x="883440" y="757080"/>
              <a:ext cx="6840" cy="1188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226" h="389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908;p34"/>
            <p:cNvSpPr/>
            <p:nvPr/>
          </p:nvSpPr>
          <p:spPr>
            <a:xfrm>
              <a:off x="1047960" y="720360"/>
              <a:ext cx="11880" cy="828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388" h="276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909;p34"/>
            <p:cNvSpPr/>
            <p:nvPr/>
          </p:nvSpPr>
          <p:spPr>
            <a:xfrm>
              <a:off x="871920" y="558720"/>
              <a:ext cx="194760" cy="3384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6274" h="1101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910;p34"/>
            <p:cNvSpPr/>
            <p:nvPr/>
          </p:nvSpPr>
          <p:spPr>
            <a:xfrm>
              <a:off x="845640" y="558360"/>
              <a:ext cx="41040" cy="3816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26" h="1239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911;p34"/>
            <p:cNvSpPr/>
            <p:nvPr/>
          </p:nvSpPr>
          <p:spPr>
            <a:xfrm>
              <a:off x="790200" y="630000"/>
              <a:ext cx="90720" cy="2772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926" h="901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912;p34"/>
            <p:cNvSpPr/>
            <p:nvPr/>
          </p:nvSpPr>
          <p:spPr>
            <a:xfrm>
              <a:off x="791280" y="636840"/>
              <a:ext cx="87480" cy="2880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2825" h="938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913;p34"/>
            <p:cNvSpPr/>
            <p:nvPr/>
          </p:nvSpPr>
          <p:spPr>
            <a:xfrm>
              <a:off x="981000" y="577440"/>
              <a:ext cx="22320" cy="705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726" h="2275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914;p34"/>
            <p:cNvSpPr/>
            <p:nvPr/>
          </p:nvSpPr>
          <p:spPr>
            <a:xfrm>
              <a:off x="974520" y="579960"/>
              <a:ext cx="19800" cy="673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651" h="2175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915;p34"/>
            <p:cNvSpPr/>
            <p:nvPr/>
          </p:nvSpPr>
          <p:spPr>
            <a:xfrm>
              <a:off x="1313640" y="653760"/>
              <a:ext cx="102960" cy="3312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3325" h="1076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916;p34"/>
            <p:cNvSpPr/>
            <p:nvPr/>
          </p:nvSpPr>
          <p:spPr>
            <a:xfrm>
              <a:off x="1314000" y="659520"/>
              <a:ext cx="124920" cy="381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024" h="1239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917;p34"/>
            <p:cNvSpPr/>
            <p:nvPr/>
          </p:nvSpPr>
          <p:spPr>
            <a:xfrm>
              <a:off x="565200" y="841320"/>
              <a:ext cx="248760" cy="685800"/>
            </a:xfrm>
            <a:custGeom>
              <a:avLst/>
              <a:gdLst>
                <a:gd name="textAreaLeft" fmla="*/ 0 w 248760"/>
                <a:gd name="textAreaRight" fmla="*/ 249120 w 248760"/>
                <a:gd name="textAreaTop" fmla="*/ 0 h 685800"/>
                <a:gd name="textAreaBottom" fmla="*/ 686160 h 685800"/>
              </a:gdLst>
              <a:ahLst/>
              <a:cxnLst/>
              <a:rect l="textAreaLeft" t="textAreaTop" r="textAreaRight" b="textAreaBottom"/>
              <a:pathLst>
                <a:path w="7999" h="22046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918;p34"/>
            <p:cNvSpPr/>
            <p:nvPr/>
          </p:nvSpPr>
          <p:spPr>
            <a:xfrm>
              <a:off x="785880" y="847440"/>
              <a:ext cx="150840" cy="22500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4862" h="7237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919;p34"/>
            <p:cNvSpPr/>
            <p:nvPr/>
          </p:nvSpPr>
          <p:spPr>
            <a:xfrm>
              <a:off x="759240" y="915120"/>
              <a:ext cx="95760" cy="907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3087" h="2925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920;p34"/>
            <p:cNvSpPr/>
            <p:nvPr/>
          </p:nvSpPr>
          <p:spPr>
            <a:xfrm>
              <a:off x="847440" y="972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4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921;p34"/>
            <p:cNvSpPr/>
            <p:nvPr/>
          </p:nvSpPr>
          <p:spPr>
            <a:xfrm>
              <a:off x="625320" y="732960"/>
              <a:ext cx="129240" cy="256680"/>
            </a:xfrm>
            <a:custGeom>
              <a:avLst/>
              <a:gdLst>
                <a:gd name="textAreaLeft" fmla="*/ 0 w 129240"/>
                <a:gd name="textAreaRight" fmla="*/ 129600 w 12924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4162" h="82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922;p34"/>
            <p:cNvSpPr/>
            <p:nvPr/>
          </p:nvSpPr>
          <p:spPr>
            <a:xfrm>
              <a:off x="631440" y="1056960"/>
              <a:ext cx="101160" cy="1098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3262" h="3538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23;p34"/>
            <p:cNvSpPr/>
            <p:nvPr/>
          </p:nvSpPr>
          <p:spPr>
            <a:xfrm>
              <a:off x="664200" y="1195560"/>
              <a:ext cx="54360" cy="4104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763" h="1326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24;p34"/>
            <p:cNvSpPr/>
            <p:nvPr/>
          </p:nvSpPr>
          <p:spPr>
            <a:xfrm>
              <a:off x="689040" y="708840"/>
              <a:ext cx="39600" cy="3924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88" h="1275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25;p34"/>
            <p:cNvSpPr/>
            <p:nvPr/>
          </p:nvSpPr>
          <p:spPr>
            <a:xfrm>
              <a:off x="668160" y="803520"/>
              <a:ext cx="140400" cy="9612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4525" h="310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926;p34"/>
            <p:cNvSpPr/>
            <p:nvPr/>
          </p:nvSpPr>
          <p:spPr>
            <a:xfrm>
              <a:off x="794160" y="783000"/>
              <a:ext cx="39960" cy="3816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01" h="1238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927;p34"/>
            <p:cNvSpPr/>
            <p:nvPr/>
          </p:nvSpPr>
          <p:spPr>
            <a:xfrm>
              <a:off x="815040" y="843480"/>
              <a:ext cx="12240" cy="720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1" h="239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28;p34"/>
            <p:cNvSpPr/>
            <p:nvPr/>
          </p:nvSpPr>
          <p:spPr>
            <a:xfrm>
              <a:off x="778320" y="1008000"/>
              <a:ext cx="8640" cy="122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88" h="40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29;p34"/>
            <p:cNvSpPr/>
            <p:nvPr/>
          </p:nvSpPr>
          <p:spPr>
            <a:xfrm>
              <a:off x="616680" y="832320"/>
              <a:ext cx="34200" cy="19476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1113" h="6274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30;p34"/>
            <p:cNvSpPr/>
            <p:nvPr/>
          </p:nvSpPr>
          <p:spPr>
            <a:xfrm>
              <a:off x="616680" y="805680"/>
              <a:ext cx="38160" cy="4104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38" h="1326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931;p34"/>
            <p:cNvSpPr/>
            <p:nvPr/>
          </p:nvSpPr>
          <p:spPr>
            <a:xfrm>
              <a:off x="688320" y="750600"/>
              <a:ext cx="27720" cy="903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901" h="2912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932;p34"/>
            <p:cNvSpPr/>
            <p:nvPr/>
          </p:nvSpPr>
          <p:spPr>
            <a:xfrm>
              <a:off x="695160" y="751680"/>
              <a:ext cx="29160" cy="8748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951" h="2825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933;p34"/>
            <p:cNvSpPr/>
            <p:nvPr/>
          </p:nvSpPr>
          <p:spPr>
            <a:xfrm>
              <a:off x="635400" y="941040"/>
              <a:ext cx="70560" cy="223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2275" h="726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934;p34"/>
            <p:cNvSpPr/>
            <p:nvPr/>
          </p:nvSpPr>
          <p:spPr>
            <a:xfrm>
              <a:off x="635760" y="928800"/>
              <a:ext cx="69120" cy="255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2238" h="8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935;p34"/>
            <p:cNvSpPr/>
            <p:nvPr/>
          </p:nvSpPr>
          <p:spPr>
            <a:xfrm>
              <a:off x="712080" y="1274040"/>
              <a:ext cx="33120" cy="10260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075" h="3313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936;p34"/>
            <p:cNvSpPr/>
            <p:nvPr/>
          </p:nvSpPr>
          <p:spPr>
            <a:xfrm>
              <a:off x="717840" y="1274040"/>
              <a:ext cx="38160" cy="12528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1238" h="40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937;p34"/>
            <p:cNvSpPr/>
            <p:nvPr/>
          </p:nvSpPr>
          <p:spPr>
            <a:xfrm>
              <a:off x="940320" y="885240"/>
              <a:ext cx="10080" cy="9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339" h="325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938;p34"/>
            <p:cNvSpPr/>
            <p:nvPr/>
          </p:nvSpPr>
          <p:spPr>
            <a:xfrm>
              <a:off x="948600" y="885240"/>
              <a:ext cx="72720" cy="183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350" h="60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939;p34"/>
            <p:cNvSpPr/>
            <p:nvPr/>
          </p:nvSpPr>
          <p:spPr>
            <a:xfrm>
              <a:off x="990000" y="891360"/>
              <a:ext cx="31320" cy="208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013" h="688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940;p34"/>
            <p:cNvSpPr/>
            <p:nvPr/>
          </p:nvSpPr>
          <p:spPr>
            <a:xfrm>
              <a:off x="939960" y="891360"/>
              <a:ext cx="32760" cy="68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063" h="2212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941;p34"/>
            <p:cNvSpPr/>
            <p:nvPr/>
          </p:nvSpPr>
          <p:spPr>
            <a:xfrm>
              <a:off x="952920" y="918720"/>
              <a:ext cx="20880" cy="4284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688" h="13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942;p34"/>
            <p:cNvSpPr/>
            <p:nvPr/>
          </p:nvSpPr>
          <p:spPr>
            <a:xfrm>
              <a:off x="966240" y="916560"/>
              <a:ext cx="28080" cy="136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914" h="451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943;p34"/>
            <p:cNvSpPr/>
            <p:nvPr/>
          </p:nvSpPr>
          <p:spPr>
            <a:xfrm>
              <a:off x="975600" y="906120"/>
              <a:ext cx="19800" cy="241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651" h="789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944;p34"/>
            <p:cNvSpPr/>
            <p:nvPr/>
          </p:nvSpPr>
          <p:spPr>
            <a:xfrm>
              <a:off x="978120" y="906480"/>
              <a:ext cx="21240" cy="828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689" h="276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945;p34"/>
            <p:cNvSpPr/>
            <p:nvPr/>
          </p:nvSpPr>
          <p:spPr>
            <a:xfrm>
              <a:off x="988920" y="925920"/>
              <a:ext cx="35640" cy="2880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1" h="938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946;p34"/>
            <p:cNvSpPr/>
            <p:nvPr/>
          </p:nvSpPr>
          <p:spPr>
            <a:xfrm>
              <a:off x="7566480" y="519480"/>
              <a:ext cx="685800" cy="236520"/>
            </a:xfrm>
            <a:custGeom>
              <a:avLst/>
              <a:gdLst>
                <a:gd name="textAreaLeft" fmla="*/ 0 w 685800"/>
                <a:gd name="textAreaRight" fmla="*/ 686160 w 68580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22045" h="7611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947;p34"/>
            <p:cNvSpPr/>
            <p:nvPr/>
          </p:nvSpPr>
          <p:spPr>
            <a:xfrm>
              <a:off x="8021520" y="727560"/>
              <a:ext cx="225000" cy="15084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150840"/>
                <a:gd name="textAreaBottom" fmla="*/ 151200 h 150840"/>
              </a:gdLst>
              <a:ahLst/>
              <a:cxnLst/>
              <a:rect l="textAreaLeft" t="textAreaTop" r="textAreaRight" b="textAreaBottom"/>
              <a:pathLst>
                <a:path w="7237" h="4863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0" bIns="75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948;p34"/>
            <p:cNvSpPr/>
            <p:nvPr/>
          </p:nvSpPr>
          <p:spPr>
            <a:xfrm>
              <a:off x="8087760" y="700920"/>
              <a:ext cx="91080" cy="95760"/>
            </a:xfrm>
            <a:custGeom>
              <a:avLst/>
              <a:gdLst>
                <a:gd name="textAreaLeft" fmla="*/ 0 w 91080"/>
                <a:gd name="textAreaRight" fmla="*/ 91440 w 9108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938" h="308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949;p34"/>
            <p:cNvSpPr/>
            <p:nvPr/>
          </p:nvSpPr>
          <p:spPr>
            <a:xfrm>
              <a:off x="8121600" y="789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3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950;p34"/>
            <p:cNvSpPr/>
            <p:nvPr/>
          </p:nvSpPr>
          <p:spPr>
            <a:xfrm>
              <a:off x="8103960" y="567360"/>
              <a:ext cx="256680" cy="12924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129240"/>
                <a:gd name="textAreaBottom" fmla="*/ 129600 h 129240"/>
              </a:gdLst>
              <a:ahLst/>
              <a:cxnLst/>
              <a:rect l="textAreaLeft" t="textAreaTop" r="textAreaRight" b="textAreaBottom"/>
              <a:pathLst>
                <a:path w="8262" h="41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951;p34"/>
            <p:cNvSpPr/>
            <p:nvPr/>
          </p:nvSpPr>
          <p:spPr>
            <a:xfrm>
              <a:off x="7927200" y="573480"/>
              <a:ext cx="109800" cy="9936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538" h="320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952;p34"/>
            <p:cNvSpPr/>
            <p:nvPr/>
          </p:nvSpPr>
          <p:spPr>
            <a:xfrm>
              <a:off x="7857720" y="606240"/>
              <a:ext cx="41040" cy="540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325" h="1751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953;p34"/>
            <p:cNvSpPr/>
            <p:nvPr/>
          </p:nvSpPr>
          <p:spPr>
            <a:xfrm>
              <a:off x="8345520" y="63108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5" h="1276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954;p34"/>
            <p:cNvSpPr/>
            <p:nvPr/>
          </p:nvSpPr>
          <p:spPr>
            <a:xfrm>
              <a:off x="8193960" y="609840"/>
              <a:ext cx="96480" cy="14040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113" h="4525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955;p34"/>
            <p:cNvSpPr/>
            <p:nvPr/>
          </p:nvSpPr>
          <p:spPr>
            <a:xfrm>
              <a:off x="8272800" y="735840"/>
              <a:ext cx="37800" cy="39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226" h="1301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956;p34"/>
            <p:cNvSpPr/>
            <p:nvPr/>
          </p:nvSpPr>
          <p:spPr>
            <a:xfrm>
              <a:off x="8243280" y="757080"/>
              <a:ext cx="6840" cy="1188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226" h="389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957;p34"/>
            <p:cNvSpPr/>
            <p:nvPr/>
          </p:nvSpPr>
          <p:spPr>
            <a:xfrm>
              <a:off x="8073720" y="720360"/>
              <a:ext cx="12240" cy="82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00" h="276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958;p34"/>
            <p:cNvSpPr/>
            <p:nvPr/>
          </p:nvSpPr>
          <p:spPr>
            <a:xfrm>
              <a:off x="8066880" y="558720"/>
              <a:ext cx="194760" cy="3384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6274" h="1101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959;p34"/>
            <p:cNvSpPr/>
            <p:nvPr/>
          </p:nvSpPr>
          <p:spPr>
            <a:xfrm>
              <a:off x="8247240" y="558360"/>
              <a:ext cx="41040" cy="3816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26" h="1239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960;p34"/>
            <p:cNvSpPr/>
            <p:nvPr/>
          </p:nvSpPr>
          <p:spPr>
            <a:xfrm>
              <a:off x="8253000" y="630000"/>
              <a:ext cx="90360" cy="2772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912" h="901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961;p34"/>
            <p:cNvSpPr/>
            <p:nvPr/>
          </p:nvSpPr>
          <p:spPr>
            <a:xfrm>
              <a:off x="8254800" y="636840"/>
              <a:ext cx="87120" cy="2880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2813" h="938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962;p34"/>
            <p:cNvSpPr/>
            <p:nvPr/>
          </p:nvSpPr>
          <p:spPr>
            <a:xfrm>
              <a:off x="8130600" y="577440"/>
              <a:ext cx="22320" cy="705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726" h="2275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963;p34"/>
            <p:cNvSpPr/>
            <p:nvPr/>
          </p:nvSpPr>
          <p:spPr>
            <a:xfrm>
              <a:off x="8139600" y="579960"/>
              <a:ext cx="19440" cy="673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639" h="2175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964;p34"/>
            <p:cNvSpPr/>
            <p:nvPr/>
          </p:nvSpPr>
          <p:spPr>
            <a:xfrm>
              <a:off x="7716600" y="653760"/>
              <a:ext cx="102600" cy="331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3312" h="1076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965;p34"/>
            <p:cNvSpPr/>
            <p:nvPr/>
          </p:nvSpPr>
          <p:spPr>
            <a:xfrm>
              <a:off x="7694640" y="659520"/>
              <a:ext cx="124920" cy="381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025" h="1239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966;p34"/>
            <p:cNvSpPr/>
            <p:nvPr/>
          </p:nvSpPr>
          <p:spPr>
            <a:xfrm>
              <a:off x="8319960" y="841320"/>
              <a:ext cx="248760" cy="685800"/>
            </a:xfrm>
            <a:custGeom>
              <a:avLst/>
              <a:gdLst>
                <a:gd name="textAreaLeft" fmla="*/ 0 w 248760"/>
                <a:gd name="textAreaRight" fmla="*/ 249120 w 248760"/>
                <a:gd name="textAreaTop" fmla="*/ 0 h 685800"/>
                <a:gd name="textAreaBottom" fmla="*/ 686160 h 685800"/>
              </a:gdLst>
              <a:ahLst/>
              <a:cxnLst/>
              <a:rect l="textAreaLeft" t="textAreaTop" r="textAreaRight" b="textAreaBottom"/>
              <a:pathLst>
                <a:path w="7999" h="22046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967;p34"/>
            <p:cNvSpPr/>
            <p:nvPr/>
          </p:nvSpPr>
          <p:spPr>
            <a:xfrm>
              <a:off x="8196480" y="847440"/>
              <a:ext cx="150840" cy="22500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4862" h="7237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968;p34"/>
            <p:cNvSpPr/>
            <p:nvPr/>
          </p:nvSpPr>
          <p:spPr>
            <a:xfrm>
              <a:off x="8278560" y="915120"/>
              <a:ext cx="95760" cy="907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3088" h="2925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969;p34"/>
            <p:cNvSpPr/>
            <p:nvPr/>
          </p:nvSpPr>
          <p:spPr>
            <a:xfrm>
              <a:off x="8286480" y="972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4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970;p34"/>
            <p:cNvSpPr/>
            <p:nvPr/>
          </p:nvSpPr>
          <p:spPr>
            <a:xfrm>
              <a:off x="8379000" y="732960"/>
              <a:ext cx="129240" cy="256680"/>
            </a:xfrm>
            <a:custGeom>
              <a:avLst/>
              <a:gdLst>
                <a:gd name="textAreaLeft" fmla="*/ 0 w 129240"/>
                <a:gd name="textAreaRight" fmla="*/ 129600 w 12924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4163" h="8262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971;p34"/>
            <p:cNvSpPr/>
            <p:nvPr/>
          </p:nvSpPr>
          <p:spPr>
            <a:xfrm>
              <a:off x="8400960" y="1056960"/>
              <a:ext cx="101160" cy="1098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3263" h="3538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972;p34"/>
            <p:cNvSpPr/>
            <p:nvPr/>
          </p:nvSpPr>
          <p:spPr>
            <a:xfrm>
              <a:off x="8414640" y="1195560"/>
              <a:ext cx="54360" cy="4104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763" h="1326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973;p34"/>
            <p:cNvSpPr/>
            <p:nvPr/>
          </p:nvSpPr>
          <p:spPr>
            <a:xfrm>
              <a:off x="8404560" y="708840"/>
              <a:ext cx="39600" cy="3924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88" h="1275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974;p34"/>
            <p:cNvSpPr/>
            <p:nvPr/>
          </p:nvSpPr>
          <p:spPr>
            <a:xfrm>
              <a:off x="8325360" y="803520"/>
              <a:ext cx="140400" cy="9612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4525" h="310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975;p34"/>
            <p:cNvSpPr/>
            <p:nvPr/>
          </p:nvSpPr>
          <p:spPr>
            <a:xfrm>
              <a:off x="8299440" y="783000"/>
              <a:ext cx="39960" cy="3816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00" h="1238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976;p34"/>
            <p:cNvSpPr/>
            <p:nvPr/>
          </p:nvSpPr>
          <p:spPr>
            <a:xfrm>
              <a:off x="8306280" y="843480"/>
              <a:ext cx="12240" cy="720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0" h="239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977;p34"/>
            <p:cNvSpPr/>
            <p:nvPr/>
          </p:nvSpPr>
          <p:spPr>
            <a:xfrm>
              <a:off x="8346600" y="1008000"/>
              <a:ext cx="8640" cy="122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89" h="40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978;p34"/>
            <p:cNvSpPr/>
            <p:nvPr/>
          </p:nvSpPr>
          <p:spPr>
            <a:xfrm>
              <a:off x="8482320" y="832320"/>
              <a:ext cx="34200" cy="19476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1113" h="6274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979;p34"/>
            <p:cNvSpPr/>
            <p:nvPr/>
          </p:nvSpPr>
          <p:spPr>
            <a:xfrm>
              <a:off x="8478720" y="805680"/>
              <a:ext cx="38160" cy="4104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38" h="1326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980;p34"/>
            <p:cNvSpPr/>
            <p:nvPr/>
          </p:nvSpPr>
          <p:spPr>
            <a:xfrm>
              <a:off x="8417520" y="750600"/>
              <a:ext cx="27720" cy="903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900" h="2912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981;p34"/>
            <p:cNvSpPr/>
            <p:nvPr/>
          </p:nvSpPr>
          <p:spPr>
            <a:xfrm>
              <a:off x="8408880" y="751680"/>
              <a:ext cx="28800" cy="874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938" h="2825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982;p34"/>
            <p:cNvSpPr/>
            <p:nvPr/>
          </p:nvSpPr>
          <p:spPr>
            <a:xfrm>
              <a:off x="8427600" y="941040"/>
              <a:ext cx="70560" cy="223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2275" h="726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983;p34"/>
            <p:cNvSpPr/>
            <p:nvPr/>
          </p:nvSpPr>
          <p:spPr>
            <a:xfrm>
              <a:off x="8427960" y="928440"/>
              <a:ext cx="69840" cy="259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250" h="8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984;p34"/>
            <p:cNvSpPr/>
            <p:nvPr/>
          </p:nvSpPr>
          <p:spPr>
            <a:xfrm>
              <a:off x="8388360" y="1274040"/>
              <a:ext cx="33120" cy="10260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076" h="3313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985;p34"/>
            <p:cNvSpPr/>
            <p:nvPr/>
          </p:nvSpPr>
          <p:spPr>
            <a:xfrm>
              <a:off x="8377560" y="1274040"/>
              <a:ext cx="38160" cy="12528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1239" h="4038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986;p34"/>
            <p:cNvSpPr/>
            <p:nvPr/>
          </p:nvSpPr>
          <p:spPr>
            <a:xfrm>
              <a:off x="8183160" y="885240"/>
              <a:ext cx="10080" cy="9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339" h="325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987;p34"/>
            <p:cNvSpPr/>
            <p:nvPr/>
          </p:nvSpPr>
          <p:spPr>
            <a:xfrm>
              <a:off x="8112240" y="885240"/>
              <a:ext cx="73080" cy="1836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363" h="60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988;p34"/>
            <p:cNvSpPr/>
            <p:nvPr/>
          </p:nvSpPr>
          <p:spPr>
            <a:xfrm>
              <a:off x="8112240" y="891360"/>
              <a:ext cx="31320" cy="208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013" h="688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989;p34"/>
            <p:cNvSpPr/>
            <p:nvPr/>
          </p:nvSpPr>
          <p:spPr>
            <a:xfrm>
              <a:off x="8160840" y="891360"/>
              <a:ext cx="32760" cy="68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063" h="2212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990;p34"/>
            <p:cNvSpPr/>
            <p:nvPr/>
          </p:nvSpPr>
          <p:spPr>
            <a:xfrm>
              <a:off x="8159760" y="918720"/>
              <a:ext cx="21240" cy="4284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689" h="1388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991;p34"/>
            <p:cNvSpPr/>
            <p:nvPr/>
          </p:nvSpPr>
          <p:spPr>
            <a:xfrm>
              <a:off x="8139600" y="916560"/>
              <a:ext cx="27720" cy="1368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901" h="45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992;p34"/>
            <p:cNvSpPr/>
            <p:nvPr/>
          </p:nvSpPr>
          <p:spPr>
            <a:xfrm>
              <a:off x="8138160" y="906120"/>
              <a:ext cx="19080" cy="23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626" h="764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993;p34"/>
            <p:cNvSpPr/>
            <p:nvPr/>
          </p:nvSpPr>
          <p:spPr>
            <a:xfrm>
              <a:off x="8134560" y="906480"/>
              <a:ext cx="21600" cy="82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01" h="276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994;p34"/>
            <p:cNvSpPr/>
            <p:nvPr/>
          </p:nvSpPr>
          <p:spPr>
            <a:xfrm>
              <a:off x="8109360" y="925920"/>
              <a:ext cx="35640" cy="2880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1" h="938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995;p34"/>
            <p:cNvSpPr/>
            <p:nvPr/>
          </p:nvSpPr>
          <p:spPr>
            <a:xfrm>
              <a:off x="7575840" y="4386960"/>
              <a:ext cx="685800" cy="236880"/>
            </a:xfrm>
            <a:custGeom>
              <a:avLst/>
              <a:gdLst>
                <a:gd name="textAreaLeft" fmla="*/ 0 w 685800"/>
                <a:gd name="textAreaRight" fmla="*/ 686160 w 68580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22045" h="7624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996;p34"/>
            <p:cNvSpPr/>
            <p:nvPr/>
          </p:nvSpPr>
          <p:spPr>
            <a:xfrm>
              <a:off x="8030520" y="4264560"/>
              <a:ext cx="225000" cy="15048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150480"/>
                <a:gd name="textAreaBottom" fmla="*/ 150840 h 150480"/>
              </a:gdLst>
              <a:ahLst/>
              <a:cxnLst/>
              <a:rect l="textAreaLeft" t="textAreaTop" r="textAreaRight" b="textAreaBottom"/>
              <a:pathLst>
                <a:path w="7237" h="4849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997;p34"/>
            <p:cNvSpPr/>
            <p:nvPr/>
          </p:nvSpPr>
          <p:spPr>
            <a:xfrm>
              <a:off x="8097480" y="4346640"/>
              <a:ext cx="90360" cy="957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913" h="3088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998;p34"/>
            <p:cNvSpPr/>
            <p:nvPr/>
          </p:nvSpPr>
          <p:spPr>
            <a:xfrm>
              <a:off x="8130600" y="4353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3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999;p34"/>
            <p:cNvSpPr/>
            <p:nvPr/>
          </p:nvSpPr>
          <p:spPr>
            <a:xfrm>
              <a:off x="8113320" y="4447080"/>
              <a:ext cx="256680" cy="12888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8262" h="415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000;p34"/>
            <p:cNvSpPr/>
            <p:nvPr/>
          </p:nvSpPr>
          <p:spPr>
            <a:xfrm>
              <a:off x="7936200" y="4470120"/>
              <a:ext cx="109800" cy="9936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537" h="320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1001;p34"/>
            <p:cNvSpPr/>
            <p:nvPr/>
          </p:nvSpPr>
          <p:spPr>
            <a:xfrm>
              <a:off x="7866720" y="4483080"/>
              <a:ext cx="41040" cy="5364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26" h="1738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1002;p34"/>
            <p:cNvSpPr/>
            <p:nvPr/>
          </p:nvSpPr>
          <p:spPr>
            <a:xfrm>
              <a:off x="8354520" y="447264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6" h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1003;p34"/>
            <p:cNvSpPr/>
            <p:nvPr/>
          </p:nvSpPr>
          <p:spPr>
            <a:xfrm>
              <a:off x="8202960" y="4392720"/>
              <a:ext cx="96480" cy="14040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113" h="4525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1004;p34"/>
            <p:cNvSpPr/>
            <p:nvPr/>
          </p:nvSpPr>
          <p:spPr>
            <a:xfrm>
              <a:off x="8281800" y="4367160"/>
              <a:ext cx="37800" cy="39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226" h="130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1005;p34"/>
            <p:cNvSpPr/>
            <p:nvPr/>
          </p:nvSpPr>
          <p:spPr>
            <a:xfrm>
              <a:off x="8252640" y="4374360"/>
              <a:ext cx="6840" cy="111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26" h="375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1006;p34"/>
            <p:cNvSpPr/>
            <p:nvPr/>
          </p:nvSpPr>
          <p:spPr>
            <a:xfrm>
              <a:off x="8082720" y="4414680"/>
              <a:ext cx="12240" cy="82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01" h="276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1007;p34"/>
            <p:cNvSpPr/>
            <p:nvPr/>
          </p:nvSpPr>
          <p:spPr>
            <a:xfrm>
              <a:off x="8075520" y="4550400"/>
              <a:ext cx="194760" cy="3420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6274" h="1113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1008;p34"/>
            <p:cNvSpPr/>
            <p:nvPr/>
          </p:nvSpPr>
          <p:spPr>
            <a:xfrm>
              <a:off x="8256600" y="4546440"/>
              <a:ext cx="40680" cy="3852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1313" h="125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1009;p34"/>
            <p:cNvSpPr/>
            <p:nvPr/>
          </p:nvSpPr>
          <p:spPr>
            <a:xfrm>
              <a:off x="8262000" y="4485600"/>
              <a:ext cx="90360" cy="2772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913" h="90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1010;p34"/>
            <p:cNvSpPr/>
            <p:nvPr/>
          </p:nvSpPr>
          <p:spPr>
            <a:xfrm>
              <a:off x="8263440" y="4477320"/>
              <a:ext cx="87480" cy="2880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2825" h="938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1011;p34"/>
            <p:cNvSpPr/>
            <p:nvPr/>
          </p:nvSpPr>
          <p:spPr>
            <a:xfrm>
              <a:off x="8139600" y="4496040"/>
              <a:ext cx="21960" cy="6912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714" h="2238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1012;p34"/>
            <p:cNvSpPr/>
            <p:nvPr/>
          </p:nvSpPr>
          <p:spPr>
            <a:xfrm>
              <a:off x="8148240" y="4496040"/>
              <a:ext cx="19800" cy="673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651" h="2175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1013;p34"/>
            <p:cNvSpPr/>
            <p:nvPr/>
          </p:nvSpPr>
          <p:spPr>
            <a:xfrm>
              <a:off x="7725960" y="4456440"/>
              <a:ext cx="102600" cy="331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3313" h="1076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014;p34"/>
            <p:cNvSpPr/>
            <p:nvPr/>
          </p:nvSpPr>
          <p:spPr>
            <a:xfrm>
              <a:off x="7703640" y="4445280"/>
              <a:ext cx="124920" cy="381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025" h="1239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015;p34"/>
            <p:cNvSpPr/>
            <p:nvPr/>
          </p:nvSpPr>
          <p:spPr>
            <a:xfrm>
              <a:off x="8329320" y="3616200"/>
              <a:ext cx="248040" cy="685800"/>
            </a:xfrm>
            <a:custGeom>
              <a:avLst/>
              <a:gdLst>
                <a:gd name="textAreaLeft" fmla="*/ 0 w 248040"/>
                <a:gd name="textAreaRight" fmla="*/ 248400 w 248040"/>
                <a:gd name="textAreaTop" fmla="*/ 0 h 685800"/>
                <a:gd name="textAreaBottom" fmla="*/ 686160 h 685800"/>
              </a:gdLst>
              <a:ahLst/>
              <a:cxnLst/>
              <a:rect l="textAreaLeft" t="textAreaTop" r="textAreaRight" b="textAreaBottom"/>
              <a:pathLst>
                <a:path w="7986" h="2204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016;p34"/>
            <p:cNvSpPr/>
            <p:nvPr/>
          </p:nvSpPr>
          <p:spPr>
            <a:xfrm>
              <a:off x="8205840" y="4070880"/>
              <a:ext cx="150480" cy="22500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4850" h="7237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017;p34"/>
            <p:cNvSpPr/>
            <p:nvPr/>
          </p:nvSpPr>
          <p:spPr>
            <a:xfrm>
              <a:off x="8287920" y="4137120"/>
              <a:ext cx="95760" cy="9108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3088" h="2937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1018;p34"/>
            <p:cNvSpPr/>
            <p:nvPr/>
          </p:nvSpPr>
          <p:spPr>
            <a:xfrm>
              <a:off x="8295480" y="41702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3" h="14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1019;p34"/>
            <p:cNvSpPr/>
            <p:nvPr/>
          </p:nvSpPr>
          <p:spPr>
            <a:xfrm>
              <a:off x="8388000" y="4153320"/>
              <a:ext cx="129240" cy="256680"/>
            </a:xfrm>
            <a:custGeom>
              <a:avLst/>
              <a:gdLst>
                <a:gd name="textAreaLeft" fmla="*/ 0 w 129240"/>
                <a:gd name="textAreaRight" fmla="*/ 129600 w 12924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4162" h="82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020;p34"/>
            <p:cNvSpPr/>
            <p:nvPr/>
          </p:nvSpPr>
          <p:spPr>
            <a:xfrm>
              <a:off x="8409600" y="3975840"/>
              <a:ext cx="101520" cy="11016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3275" h="355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021;p34"/>
            <p:cNvSpPr/>
            <p:nvPr/>
          </p:nvSpPr>
          <p:spPr>
            <a:xfrm>
              <a:off x="8424000" y="3906720"/>
              <a:ext cx="54000" cy="414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751" h="1338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022;p34"/>
            <p:cNvSpPr/>
            <p:nvPr/>
          </p:nvSpPr>
          <p:spPr>
            <a:xfrm>
              <a:off x="8413920" y="439488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6" h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023;p34"/>
            <p:cNvSpPr/>
            <p:nvPr/>
          </p:nvSpPr>
          <p:spPr>
            <a:xfrm>
              <a:off x="8334360" y="424368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4513" h="310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024;p34"/>
            <p:cNvSpPr/>
            <p:nvPr/>
          </p:nvSpPr>
          <p:spPr>
            <a:xfrm>
              <a:off x="8308800" y="4322160"/>
              <a:ext cx="39960" cy="3816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00" h="1238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025;p34"/>
            <p:cNvSpPr/>
            <p:nvPr/>
          </p:nvSpPr>
          <p:spPr>
            <a:xfrm>
              <a:off x="8315640" y="4292640"/>
              <a:ext cx="11880" cy="72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388" h="239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026;p34"/>
            <p:cNvSpPr/>
            <p:nvPr/>
          </p:nvSpPr>
          <p:spPr>
            <a:xfrm>
              <a:off x="8355960" y="4123080"/>
              <a:ext cx="8280" cy="1224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76" h="401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027;p34"/>
            <p:cNvSpPr/>
            <p:nvPr/>
          </p:nvSpPr>
          <p:spPr>
            <a:xfrm>
              <a:off x="8491680" y="4115880"/>
              <a:ext cx="33840" cy="19476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1100" h="6274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028;p34"/>
            <p:cNvSpPr/>
            <p:nvPr/>
          </p:nvSpPr>
          <p:spPr>
            <a:xfrm>
              <a:off x="8487360" y="4296600"/>
              <a:ext cx="38520" cy="4104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51" h="1326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029;p34"/>
            <p:cNvSpPr/>
            <p:nvPr/>
          </p:nvSpPr>
          <p:spPr>
            <a:xfrm>
              <a:off x="8426520" y="4302360"/>
              <a:ext cx="27720" cy="903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901" h="2912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030;p34"/>
            <p:cNvSpPr/>
            <p:nvPr/>
          </p:nvSpPr>
          <p:spPr>
            <a:xfrm>
              <a:off x="8418240" y="4304160"/>
              <a:ext cx="28800" cy="874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938" h="2825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031;p34"/>
            <p:cNvSpPr/>
            <p:nvPr/>
          </p:nvSpPr>
          <p:spPr>
            <a:xfrm>
              <a:off x="8436960" y="4179600"/>
              <a:ext cx="70200" cy="2196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263" h="714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032;p34"/>
            <p:cNvSpPr/>
            <p:nvPr/>
          </p:nvSpPr>
          <p:spPr>
            <a:xfrm>
              <a:off x="8437320" y="4188600"/>
              <a:ext cx="69840" cy="259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250" h="8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1033;p34"/>
            <p:cNvSpPr/>
            <p:nvPr/>
          </p:nvSpPr>
          <p:spPr>
            <a:xfrm>
              <a:off x="8397720" y="3766320"/>
              <a:ext cx="32760" cy="1026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064" h="3313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1034;p34"/>
            <p:cNvSpPr/>
            <p:nvPr/>
          </p:nvSpPr>
          <p:spPr>
            <a:xfrm>
              <a:off x="8386920" y="3744000"/>
              <a:ext cx="38160" cy="12492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1239" h="4025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1035;p34"/>
            <p:cNvSpPr/>
            <p:nvPr/>
          </p:nvSpPr>
          <p:spPr>
            <a:xfrm>
              <a:off x="8191800" y="4248360"/>
              <a:ext cx="10080" cy="9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338" h="326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1036;p34"/>
            <p:cNvSpPr/>
            <p:nvPr/>
          </p:nvSpPr>
          <p:spPr>
            <a:xfrm>
              <a:off x="8121600" y="4239720"/>
              <a:ext cx="72720" cy="183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350" h="601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037;p34"/>
            <p:cNvSpPr/>
            <p:nvPr/>
          </p:nvSpPr>
          <p:spPr>
            <a:xfrm>
              <a:off x="8121240" y="4230720"/>
              <a:ext cx="31320" cy="2052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013" h="676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038;p34"/>
            <p:cNvSpPr/>
            <p:nvPr/>
          </p:nvSpPr>
          <p:spPr>
            <a:xfrm>
              <a:off x="8170200" y="4183200"/>
              <a:ext cx="32760" cy="68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063" h="221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039;p34"/>
            <p:cNvSpPr/>
            <p:nvPr/>
          </p:nvSpPr>
          <p:spPr>
            <a:xfrm>
              <a:off x="8169120" y="4181760"/>
              <a:ext cx="20520" cy="428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676" h="1388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040;p34"/>
            <p:cNvSpPr/>
            <p:nvPr/>
          </p:nvSpPr>
          <p:spPr>
            <a:xfrm>
              <a:off x="8147880" y="4212720"/>
              <a:ext cx="28080" cy="136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914" h="451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1041;p34"/>
            <p:cNvSpPr/>
            <p:nvPr/>
          </p:nvSpPr>
          <p:spPr>
            <a:xfrm>
              <a:off x="8146800" y="4212720"/>
              <a:ext cx="19800" cy="241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651" h="789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1042;p34"/>
            <p:cNvSpPr/>
            <p:nvPr/>
          </p:nvSpPr>
          <p:spPr>
            <a:xfrm>
              <a:off x="8143200" y="4228200"/>
              <a:ext cx="21600" cy="82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01" h="276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043;p34"/>
            <p:cNvSpPr/>
            <p:nvPr/>
          </p:nvSpPr>
          <p:spPr>
            <a:xfrm>
              <a:off x="8118360" y="4188240"/>
              <a:ext cx="35280" cy="2880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0" h="938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044;p34"/>
            <p:cNvSpPr/>
            <p:nvPr/>
          </p:nvSpPr>
          <p:spPr>
            <a:xfrm>
              <a:off x="890280" y="4386960"/>
              <a:ext cx="685800" cy="236880"/>
            </a:xfrm>
            <a:custGeom>
              <a:avLst/>
              <a:gdLst>
                <a:gd name="textAreaLeft" fmla="*/ 0 w 685800"/>
                <a:gd name="textAreaRight" fmla="*/ 686160 w 68580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22045" h="7624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045;p34"/>
            <p:cNvSpPr/>
            <p:nvPr/>
          </p:nvSpPr>
          <p:spPr>
            <a:xfrm>
              <a:off x="896400" y="4264560"/>
              <a:ext cx="225000" cy="15048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150480"/>
                <a:gd name="textAreaBottom" fmla="*/ 150840 h 150480"/>
              </a:gdLst>
              <a:ahLst/>
              <a:cxnLst/>
              <a:rect l="textAreaLeft" t="textAreaTop" r="textAreaRight" b="textAreaBottom"/>
              <a:pathLst>
                <a:path w="7237" h="4849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046;p34"/>
            <p:cNvSpPr/>
            <p:nvPr/>
          </p:nvSpPr>
          <p:spPr>
            <a:xfrm>
              <a:off x="963720" y="4346640"/>
              <a:ext cx="90720" cy="9576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925" h="3088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047;p34"/>
            <p:cNvSpPr/>
            <p:nvPr/>
          </p:nvSpPr>
          <p:spPr>
            <a:xfrm>
              <a:off x="1021680" y="4353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3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1048;p34"/>
            <p:cNvSpPr/>
            <p:nvPr/>
          </p:nvSpPr>
          <p:spPr>
            <a:xfrm>
              <a:off x="781560" y="4447080"/>
              <a:ext cx="257040" cy="12888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8273" h="415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1049;p34"/>
            <p:cNvSpPr/>
            <p:nvPr/>
          </p:nvSpPr>
          <p:spPr>
            <a:xfrm>
              <a:off x="1105920" y="4470120"/>
              <a:ext cx="109800" cy="9936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537" h="320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1050;p34"/>
            <p:cNvSpPr/>
            <p:nvPr/>
          </p:nvSpPr>
          <p:spPr>
            <a:xfrm>
              <a:off x="1243800" y="4483080"/>
              <a:ext cx="41400" cy="5364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38" h="17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1051;p34"/>
            <p:cNvSpPr/>
            <p:nvPr/>
          </p:nvSpPr>
          <p:spPr>
            <a:xfrm>
              <a:off x="757800" y="447264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6" h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1052;p34"/>
            <p:cNvSpPr/>
            <p:nvPr/>
          </p:nvSpPr>
          <p:spPr>
            <a:xfrm>
              <a:off x="852120" y="4392720"/>
              <a:ext cx="96480" cy="14040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113" h="4525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053;p34"/>
            <p:cNvSpPr/>
            <p:nvPr/>
          </p:nvSpPr>
          <p:spPr>
            <a:xfrm>
              <a:off x="831960" y="4367160"/>
              <a:ext cx="38160" cy="3996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238" h="130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054;p34"/>
            <p:cNvSpPr/>
            <p:nvPr/>
          </p:nvSpPr>
          <p:spPr>
            <a:xfrm>
              <a:off x="892440" y="4374360"/>
              <a:ext cx="6840" cy="111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26" h="375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055;p34"/>
            <p:cNvSpPr/>
            <p:nvPr/>
          </p:nvSpPr>
          <p:spPr>
            <a:xfrm>
              <a:off x="1056960" y="4414680"/>
              <a:ext cx="12240" cy="82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01" h="276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1056;p34"/>
            <p:cNvSpPr/>
            <p:nvPr/>
          </p:nvSpPr>
          <p:spPr>
            <a:xfrm>
              <a:off x="881280" y="4550400"/>
              <a:ext cx="194760" cy="3420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6274" h="1113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1057;p34"/>
            <p:cNvSpPr/>
            <p:nvPr/>
          </p:nvSpPr>
          <p:spPr>
            <a:xfrm>
              <a:off x="854280" y="4546440"/>
              <a:ext cx="41040" cy="3852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1326" h="125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1058;p34"/>
            <p:cNvSpPr/>
            <p:nvPr/>
          </p:nvSpPr>
          <p:spPr>
            <a:xfrm>
              <a:off x="799560" y="4485600"/>
              <a:ext cx="90360" cy="2772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913" h="90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1059;p34"/>
            <p:cNvSpPr/>
            <p:nvPr/>
          </p:nvSpPr>
          <p:spPr>
            <a:xfrm>
              <a:off x="800280" y="4477320"/>
              <a:ext cx="87480" cy="2880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2826" h="938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1060;p34"/>
            <p:cNvSpPr/>
            <p:nvPr/>
          </p:nvSpPr>
          <p:spPr>
            <a:xfrm>
              <a:off x="990360" y="4496040"/>
              <a:ext cx="21960" cy="6912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714" h="2238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061;p34"/>
            <p:cNvSpPr/>
            <p:nvPr/>
          </p:nvSpPr>
          <p:spPr>
            <a:xfrm>
              <a:off x="983880" y="4496040"/>
              <a:ext cx="19440" cy="673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638" h="2175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062;p34"/>
            <p:cNvSpPr/>
            <p:nvPr/>
          </p:nvSpPr>
          <p:spPr>
            <a:xfrm>
              <a:off x="1323000" y="4456440"/>
              <a:ext cx="102600" cy="331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3313" h="1076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063;p34"/>
            <p:cNvSpPr/>
            <p:nvPr/>
          </p:nvSpPr>
          <p:spPr>
            <a:xfrm>
              <a:off x="1323000" y="4445280"/>
              <a:ext cx="124920" cy="381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025" h="1239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064;p34"/>
            <p:cNvSpPr/>
            <p:nvPr/>
          </p:nvSpPr>
          <p:spPr>
            <a:xfrm>
              <a:off x="574560" y="3616200"/>
              <a:ext cx="248040" cy="685800"/>
            </a:xfrm>
            <a:custGeom>
              <a:avLst/>
              <a:gdLst>
                <a:gd name="textAreaLeft" fmla="*/ 0 w 248040"/>
                <a:gd name="textAreaRight" fmla="*/ 248400 w 248040"/>
                <a:gd name="textAreaTop" fmla="*/ 0 h 685800"/>
                <a:gd name="textAreaBottom" fmla="*/ 686160 h 685800"/>
              </a:gdLst>
              <a:ahLst/>
              <a:cxnLst/>
              <a:rect l="textAreaLeft" t="textAreaTop" r="textAreaRight" b="textAreaBottom"/>
              <a:pathLst>
                <a:path w="7986" h="2204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065;p34"/>
            <p:cNvSpPr/>
            <p:nvPr/>
          </p:nvSpPr>
          <p:spPr>
            <a:xfrm>
              <a:off x="794880" y="4070880"/>
              <a:ext cx="150840" cy="22500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4863" h="7237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066;p34"/>
            <p:cNvSpPr/>
            <p:nvPr/>
          </p:nvSpPr>
          <p:spPr>
            <a:xfrm>
              <a:off x="768240" y="4137120"/>
              <a:ext cx="95760" cy="9108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3088" h="2937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067;p34"/>
            <p:cNvSpPr/>
            <p:nvPr/>
          </p:nvSpPr>
          <p:spPr>
            <a:xfrm>
              <a:off x="856440" y="41702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3" h="14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068;p34"/>
            <p:cNvSpPr/>
            <p:nvPr/>
          </p:nvSpPr>
          <p:spPr>
            <a:xfrm>
              <a:off x="634680" y="4153320"/>
              <a:ext cx="128880" cy="2566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4150" h="8262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069;p34"/>
            <p:cNvSpPr/>
            <p:nvPr/>
          </p:nvSpPr>
          <p:spPr>
            <a:xfrm>
              <a:off x="640800" y="3975840"/>
              <a:ext cx="100800" cy="11016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3250" h="35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070;p34"/>
            <p:cNvSpPr/>
            <p:nvPr/>
          </p:nvSpPr>
          <p:spPr>
            <a:xfrm>
              <a:off x="673560" y="3906720"/>
              <a:ext cx="54000" cy="414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751" h="1338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071;p34"/>
            <p:cNvSpPr/>
            <p:nvPr/>
          </p:nvSpPr>
          <p:spPr>
            <a:xfrm>
              <a:off x="698040" y="4394880"/>
              <a:ext cx="39600" cy="3924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88" h="1276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072;p34"/>
            <p:cNvSpPr/>
            <p:nvPr/>
          </p:nvSpPr>
          <p:spPr>
            <a:xfrm>
              <a:off x="677160" y="4243680"/>
              <a:ext cx="140400" cy="9612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4525" h="310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073;p34"/>
            <p:cNvSpPr/>
            <p:nvPr/>
          </p:nvSpPr>
          <p:spPr>
            <a:xfrm>
              <a:off x="803160" y="4322160"/>
              <a:ext cx="39960" cy="3816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01" h="1238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074;p34"/>
            <p:cNvSpPr/>
            <p:nvPr/>
          </p:nvSpPr>
          <p:spPr>
            <a:xfrm>
              <a:off x="824400" y="4292640"/>
              <a:ext cx="11880" cy="72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389" h="23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075;p34"/>
            <p:cNvSpPr/>
            <p:nvPr/>
          </p:nvSpPr>
          <p:spPr>
            <a:xfrm>
              <a:off x="787680" y="4123080"/>
              <a:ext cx="8280" cy="1224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76" h="401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076;p34"/>
            <p:cNvSpPr/>
            <p:nvPr/>
          </p:nvSpPr>
          <p:spPr>
            <a:xfrm>
              <a:off x="625680" y="4115880"/>
              <a:ext cx="34200" cy="19476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1114" h="627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077;p34"/>
            <p:cNvSpPr/>
            <p:nvPr/>
          </p:nvSpPr>
          <p:spPr>
            <a:xfrm>
              <a:off x="625680" y="4296600"/>
              <a:ext cx="38520" cy="4104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51" h="1326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078;p34"/>
            <p:cNvSpPr/>
            <p:nvPr/>
          </p:nvSpPr>
          <p:spPr>
            <a:xfrm>
              <a:off x="697320" y="4302360"/>
              <a:ext cx="27720" cy="903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901" h="2912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079;p34"/>
            <p:cNvSpPr/>
            <p:nvPr/>
          </p:nvSpPr>
          <p:spPr>
            <a:xfrm>
              <a:off x="704520" y="4304160"/>
              <a:ext cx="28800" cy="874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938" h="2825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080;p34"/>
            <p:cNvSpPr/>
            <p:nvPr/>
          </p:nvSpPr>
          <p:spPr>
            <a:xfrm>
              <a:off x="644400" y="4179600"/>
              <a:ext cx="70560" cy="223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2276" h="72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081;p34"/>
            <p:cNvSpPr/>
            <p:nvPr/>
          </p:nvSpPr>
          <p:spPr>
            <a:xfrm>
              <a:off x="644760" y="4188600"/>
              <a:ext cx="69840" cy="259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250" h="8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082;p34"/>
            <p:cNvSpPr/>
            <p:nvPr/>
          </p:nvSpPr>
          <p:spPr>
            <a:xfrm>
              <a:off x="721080" y="3766320"/>
              <a:ext cx="32760" cy="1026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063" h="331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083;p34"/>
            <p:cNvSpPr/>
            <p:nvPr/>
          </p:nvSpPr>
          <p:spPr>
            <a:xfrm>
              <a:off x="726840" y="3744000"/>
              <a:ext cx="38160" cy="12492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1239" h="4025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084;p34"/>
            <p:cNvSpPr/>
            <p:nvPr/>
          </p:nvSpPr>
          <p:spPr>
            <a:xfrm>
              <a:off x="949680" y="4248360"/>
              <a:ext cx="10080" cy="9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339" h="326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085;p34"/>
            <p:cNvSpPr/>
            <p:nvPr/>
          </p:nvSpPr>
          <p:spPr>
            <a:xfrm>
              <a:off x="957240" y="4239720"/>
              <a:ext cx="73080" cy="1836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362" h="601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086;p34"/>
            <p:cNvSpPr/>
            <p:nvPr/>
          </p:nvSpPr>
          <p:spPr>
            <a:xfrm>
              <a:off x="999000" y="4230720"/>
              <a:ext cx="31320" cy="2052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013" h="676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087;p34"/>
            <p:cNvSpPr/>
            <p:nvPr/>
          </p:nvSpPr>
          <p:spPr>
            <a:xfrm>
              <a:off x="948960" y="4183200"/>
              <a:ext cx="32760" cy="68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063" h="221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088;p34"/>
            <p:cNvSpPr/>
            <p:nvPr/>
          </p:nvSpPr>
          <p:spPr>
            <a:xfrm>
              <a:off x="962280" y="4181760"/>
              <a:ext cx="20520" cy="428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676" h="1388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089;p34"/>
            <p:cNvSpPr/>
            <p:nvPr/>
          </p:nvSpPr>
          <p:spPr>
            <a:xfrm>
              <a:off x="975600" y="4212720"/>
              <a:ext cx="27720" cy="1368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901" h="45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090;p34"/>
            <p:cNvSpPr/>
            <p:nvPr/>
          </p:nvSpPr>
          <p:spPr>
            <a:xfrm>
              <a:off x="984960" y="4212720"/>
              <a:ext cx="19440" cy="241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639" h="78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091;p34"/>
            <p:cNvSpPr/>
            <p:nvPr/>
          </p:nvSpPr>
          <p:spPr>
            <a:xfrm>
              <a:off x="987120" y="4228200"/>
              <a:ext cx="21600" cy="82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01" h="276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092;p34"/>
            <p:cNvSpPr/>
            <p:nvPr/>
          </p:nvSpPr>
          <p:spPr>
            <a:xfrm>
              <a:off x="997920" y="4188240"/>
              <a:ext cx="35280" cy="2880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0" h="938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093;p34"/>
            <p:cNvSpPr/>
            <p:nvPr/>
          </p:nvSpPr>
          <p:spPr>
            <a:xfrm>
              <a:off x="4443840" y="647640"/>
              <a:ext cx="138600" cy="12960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4462" h="4175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094;p34"/>
            <p:cNvSpPr/>
            <p:nvPr/>
          </p:nvSpPr>
          <p:spPr>
            <a:xfrm>
              <a:off x="4122360" y="563040"/>
              <a:ext cx="327960" cy="18288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182880"/>
                <a:gd name="textAreaBottom" fmla="*/ 183240 h 182880"/>
              </a:gdLst>
              <a:ahLst/>
              <a:cxnLst/>
              <a:rect l="textAreaLeft" t="textAreaTop" r="textAreaRight" b="textAreaBottom"/>
              <a:pathLst>
                <a:path w="10548" h="5887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095;p34"/>
            <p:cNvSpPr/>
            <p:nvPr/>
          </p:nvSpPr>
          <p:spPr>
            <a:xfrm>
              <a:off x="4081320" y="612360"/>
              <a:ext cx="124560" cy="10584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05840"/>
                <a:gd name="textAreaBottom" fmla="*/ 106200 h 105840"/>
              </a:gdLst>
              <a:ahLst/>
              <a:cxnLst/>
              <a:rect l="textAreaLeft" t="textAreaTop" r="textAreaRight" b="textAreaBottom"/>
              <a:pathLst>
                <a:path w="4012" h="3413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920" bIns="52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096;p34"/>
            <p:cNvSpPr/>
            <p:nvPr/>
          </p:nvSpPr>
          <p:spPr>
            <a:xfrm>
              <a:off x="4003920" y="680400"/>
              <a:ext cx="68400" cy="1692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213" h="551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097;p34"/>
            <p:cNvSpPr/>
            <p:nvPr/>
          </p:nvSpPr>
          <p:spPr>
            <a:xfrm>
              <a:off x="4309560" y="642960"/>
              <a:ext cx="102240" cy="11988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300" h="3863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098;p34"/>
            <p:cNvSpPr/>
            <p:nvPr/>
          </p:nvSpPr>
          <p:spPr>
            <a:xfrm>
              <a:off x="4400280" y="677880"/>
              <a:ext cx="28080" cy="1378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7880"/>
                <a:gd name="textAreaBottom" fmla="*/ 138240 h 137880"/>
              </a:gdLst>
              <a:ahLst/>
              <a:cxnLst/>
              <a:rect l="textAreaLeft" t="textAreaTop" r="textAreaRight" b="textAreaBottom"/>
              <a:pathLst>
                <a:path w="913" h="4437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120" bIns="69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099;p34"/>
            <p:cNvSpPr/>
            <p:nvPr/>
          </p:nvSpPr>
          <p:spPr>
            <a:xfrm>
              <a:off x="4400640" y="815040"/>
              <a:ext cx="14760" cy="147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488" h="489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100;p34"/>
            <p:cNvSpPr/>
            <p:nvPr/>
          </p:nvSpPr>
          <p:spPr>
            <a:xfrm>
              <a:off x="4398840" y="812520"/>
              <a:ext cx="21960" cy="198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713" h="651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101;p34"/>
            <p:cNvSpPr/>
            <p:nvPr/>
          </p:nvSpPr>
          <p:spPr>
            <a:xfrm>
              <a:off x="4115880" y="605880"/>
              <a:ext cx="3240" cy="36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13" h="126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102;p34"/>
            <p:cNvSpPr/>
            <p:nvPr/>
          </p:nvSpPr>
          <p:spPr>
            <a:xfrm>
              <a:off x="3954960" y="659880"/>
              <a:ext cx="52200" cy="2196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88" h="713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103;p34"/>
            <p:cNvSpPr/>
            <p:nvPr/>
          </p:nvSpPr>
          <p:spPr>
            <a:xfrm>
              <a:off x="3954600" y="663120"/>
              <a:ext cx="52200" cy="241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88" h="7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104;p34"/>
            <p:cNvSpPr/>
            <p:nvPr/>
          </p:nvSpPr>
          <p:spPr>
            <a:xfrm>
              <a:off x="4041000" y="692640"/>
              <a:ext cx="41040" cy="3708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326" h="120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105;p34"/>
            <p:cNvSpPr/>
            <p:nvPr/>
          </p:nvSpPr>
          <p:spPr>
            <a:xfrm>
              <a:off x="4040280" y="693360"/>
              <a:ext cx="41040" cy="3636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326" h="1175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106;p34"/>
            <p:cNvSpPr/>
            <p:nvPr/>
          </p:nvSpPr>
          <p:spPr>
            <a:xfrm>
              <a:off x="4417560" y="702360"/>
              <a:ext cx="47520" cy="1076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1538" h="3475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107;p34"/>
            <p:cNvSpPr/>
            <p:nvPr/>
          </p:nvSpPr>
          <p:spPr>
            <a:xfrm>
              <a:off x="4456440" y="807480"/>
              <a:ext cx="21600" cy="198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700" h="651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108;p34"/>
            <p:cNvSpPr/>
            <p:nvPr/>
          </p:nvSpPr>
          <p:spPr>
            <a:xfrm>
              <a:off x="4371120" y="688320"/>
              <a:ext cx="37440" cy="1015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1213" h="3275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109;p34"/>
            <p:cNvSpPr/>
            <p:nvPr/>
          </p:nvSpPr>
          <p:spPr>
            <a:xfrm>
              <a:off x="4359600" y="783720"/>
              <a:ext cx="15480" cy="183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513" h="601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110;p34"/>
            <p:cNvSpPr/>
            <p:nvPr/>
          </p:nvSpPr>
          <p:spPr>
            <a:xfrm>
              <a:off x="3859920" y="584640"/>
              <a:ext cx="295200" cy="74880"/>
            </a:xfrm>
            <a:custGeom>
              <a:avLst/>
              <a:gdLst>
                <a:gd name="textAreaLeft" fmla="*/ 0 w 295200"/>
                <a:gd name="textAreaRight" fmla="*/ 295560 w 2952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9499" h="2412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111;p34"/>
            <p:cNvSpPr/>
            <p:nvPr/>
          </p:nvSpPr>
          <p:spPr>
            <a:xfrm>
              <a:off x="4463640" y="652680"/>
              <a:ext cx="39240" cy="615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1276" h="1988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112;p34"/>
            <p:cNvSpPr/>
            <p:nvPr/>
          </p:nvSpPr>
          <p:spPr>
            <a:xfrm>
              <a:off x="4158000" y="621000"/>
              <a:ext cx="77760" cy="388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12" h="1263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113;p34"/>
            <p:cNvSpPr/>
            <p:nvPr/>
          </p:nvSpPr>
          <p:spPr>
            <a:xfrm>
              <a:off x="4199040" y="601920"/>
              <a:ext cx="38160" cy="2628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1238" h="851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114;p34"/>
            <p:cNvSpPr/>
            <p:nvPr/>
          </p:nvSpPr>
          <p:spPr>
            <a:xfrm>
              <a:off x="4435200" y="730080"/>
              <a:ext cx="100800" cy="6984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3250" h="2251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920" bIns="34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115;p34"/>
            <p:cNvSpPr/>
            <p:nvPr/>
          </p:nvSpPr>
          <p:spPr>
            <a:xfrm>
              <a:off x="4212000" y="666360"/>
              <a:ext cx="38160" cy="1872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238" h="613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116;p34"/>
            <p:cNvSpPr/>
            <p:nvPr/>
          </p:nvSpPr>
          <p:spPr>
            <a:xfrm>
              <a:off x="4208400" y="665640"/>
              <a:ext cx="42120" cy="27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363" h="876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117;p34"/>
            <p:cNvSpPr/>
            <p:nvPr/>
          </p:nvSpPr>
          <p:spPr>
            <a:xfrm>
              <a:off x="3792240" y="614880"/>
              <a:ext cx="164160" cy="74520"/>
            </a:xfrm>
            <a:custGeom>
              <a:avLst/>
              <a:gdLst>
                <a:gd name="textAreaLeft" fmla="*/ 0 w 164160"/>
                <a:gd name="textAreaRight" fmla="*/ 164520 w 16416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5287" h="2401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118;p34"/>
            <p:cNvSpPr/>
            <p:nvPr/>
          </p:nvSpPr>
          <p:spPr>
            <a:xfrm>
              <a:off x="3800520" y="654840"/>
              <a:ext cx="76320" cy="806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80640"/>
                <a:gd name="textAreaBottom" fmla="*/ 81000 h 80640"/>
              </a:gdLst>
              <a:ahLst/>
              <a:cxnLst/>
              <a:rect l="textAreaLeft" t="textAreaTop" r="textAreaRight" b="textAreaBottom"/>
              <a:pathLst>
                <a:path w="2463" h="260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119;p34"/>
            <p:cNvSpPr/>
            <p:nvPr/>
          </p:nvSpPr>
          <p:spPr>
            <a:xfrm>
              <a:off x="3844440" y="664560"/>
              <a:ext cx="44280" cy="57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1438" h="1863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120;p34"/>
            <p:cNvSpPr/>
            <p:nvPr/>
          </p:nvSpPr>
          <p:spPr>
            <a:xfrm>
              <a:off x="3830040" y="669240"/>
              <a:ext cx="20880" cy="3780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688" h="1226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121;p34"/>
            <p:cNvSpPr/>
            <p:nvPr/>
          </p:nvSpPr>
          <p:spPr>
            <a:xfrm>
              <a:off x="4136040" y="656640"/>
              <a:ext cx="68400" cy="88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2213" h="2862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122;p34"/>
            <p:cNvSpPr/>
            <p:nvPr/>
          </p:nvSpPr>
          <p:spPr>
            <a:xfrm>
              <a:off x="4563000" y="647640"/>
              <a:ext cx="138600" cy="12960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4462" h="4175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123;p34"/>
            <p:cNvSpPr/>
            <p:nvPr/>
          </p:nvSpPr>
          <p:spPr>
            <a:xfrm>
              <a:off x="4695120" y="563400"/>
              <a:ext cx="327960" cy="18252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10548" h="5874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124;p34"/>
            <p:cNvSpPr/>
            <p:nvPr/>
          </p:nvSpPr>
          <p:spPr>
            <a:xfrm>
              <a:off x="4938840" y="612720"/>
              <a:ext cx="125280" cy="104760"/>
            </a:xfrm>
            <a:custGeom>
              <a:avLst/>
              <a:gdLst>
                <a:gd name="textAreaLeft" fmla="*/ 0 w 125280"/>
                <a:gd name="textAreaRight" fmla="*/ 125640 w 12528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4037" h="3375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560" bIns="52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125;p34"/>
            <p:cNvSpPr/>
            <p:nvPr/>
          </p:nvSpPr>
          <p:spPr>
            <a:xfrm>
              <a:off x="5072760" y="680400"/>
              <a:ext cx="68760" cy="1692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225" h="551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126;p34"/>
            <p:cNvSpPr/>
            <p:nvPr/>
          </p:nvSpPr>
          <p:spPr>
            <a:xfrm>
              <a:off x="4734360" y="642960"/>
              <a:ext cx="100800" cy="11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250" h="3863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127;p34"/>
            <p:cNvSpPr/>
            <p:nvPr/>
          </p:nvSpPr>
          <p:spPr>
            <a:xfrm>
              <a:off x="4716360" y="678240"/>
              <a:ext cx="28440" cy="13752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37520"/>
                <a:gd name="textAreaBottom" fmla="*/ 137880 h 137520"/>
              </a:gdLst>
              <a:ahLst/>
              <a:cxnLst/>
              <a:rect l="textAreaLeft" t="textAreaTop" r="textAreaRight" b="textAreaBottom"/>
              <a:pathLst>
                <a:path w="926" h="4425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128;p34"/>
            <p:cNvSpPr/>
            <p:nvPr/>
          </p:nvSpPr>
          <p:spPr>
            <a:xfrm>
              <a:off x="4730040" y="815040"/>
              <a:ext cx="14400" cy="144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76" h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129;p34"/>
            <p:cNvSpPr/>
            <p:nvPr/>
          </p:nvSpPr>
          <p:spPr>
            <a:xfrm>
              <a:off x="4724640" y="811800"/>
              <a:ext cx="27360" cy="208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889" h="688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130;p34"/>
            <p:cNvSpPr/>
            <p:nvPr/>
          </p:nvSpPr>
          <p:spPr>
            <a:xfrm>
              <a:off x="5025600" y="605880"/>
              <a:ext cx="3240" cy="36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13" h="126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131;p34"/>
            <p:cNvSpPr/>
            <p:nvPr/>
          </p:nvSpPr>
          <p:spPr>
            <a:xfrm>
              <a:off x="5138640" y="659880"/>
              <a:ext cx="51840" cy="219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75" h="713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132;p34"/>
            <p:cNvSpPr/>
            <p:nvPr/>
          </p:nvSpPr>
          <p:spPr>
            <a:xfrm>
              <a:off x="5138640" y="663120"/>
              <a:ext cx="52200" cy="241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88" h="7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133;p34"/>
            <p:cNvSpPr/>
            <p:nvPr/>
          </p:nvSpPr>
          <p:spPr>
            <a:xfrm>
              <a:off x="5063400" y="692640"/>
              <a:ext cx="41400" cy="3744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1338" h="1213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134;p34"/>
            <p:cNvSpPr/>
            <p:nvPr/>
          </p:nvSpPr>
          <p:spPr>
            <a:xfrm>
              <a:off x="5063760" y="693360"/>
              <a:ext cx="41400" cy="3636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339" h="1175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135;p34"/>
            <p:cNvSpPr/>
            <p:nvPr/>
          </p:nvSpPr>
          <p:spPr>
            <a:xfrm>
              <a:off x="4680000" y="702360"/>
              <a:ext cx="47880" cy="10764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1551" h="3475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136;p34"/>
            <p:cNvSpPr/>
            <p:nvPr/>
          </p:nvSpPr>
          <p:spPr>
            <a:xfrm>
              <a:off x="4667040" y="807480"/>
              <a:ext cx="22320" cy="201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726" h="664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137;p34"/>
            <p:cNvSpPr/>
            <p:nvPr/>
          </p:nvSpPr>
          <p:spPr>
            <a:xfrm>
              <a:off x="4736880" y="688320"/>
              <a:ext cx="37440" cy="1015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1213" h="3275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138;p34"/>
            <p:cNvSpPr/>
            <p:nvPr/>
          </p:nvSpPr>
          <p:spPr>
            <a:xfrm>
              <a:off x="4770000" y="783720"/>
              <a:ext cx="16560" cy="1908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539" h="626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139;p34"/>
            <p:cNvSpPr/>
            <p:nvPr/>
          </p:nvSpPr>
          <p:spPr>
            <a:xfrm>
              <a:off x="4989960" y="584640"/>
              <a:ext cx="295560" cy="7416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9511" h="240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08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140;p34"/>
            <p:cNvSpPr/>
            <p:nvPr/>
          </p:nvSpPr>
          <p:spPr>
            <a:xfrm>
              <a:off x="4642560" y="653040"/>
              <a:ext cx="39240" cy="612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1276" h="19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141;p34"/>
            <p:cNvSpPr/>
            <p:nvPr/>
          </p:nvSpPr>
          <p:spPr>
            <a:xfrm>
              <a:off x="4909320" y="621000"/>
              <a:ext cx="77760" cy="388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13" h="126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142;p34"/>
            <p:cNvSpPr/>
            <p:nvPr/>
          </p:nvSpPr>
          <p:spPr>
            <a:xfrm>
              <a:off x="4907880" y="601920"/>
              <a:ext cx="38160" cy="2628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1238" h="851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143;p34"/>
            <p:cNvSpPr/>
            <p:nvPr/>
          </p:nvSpPr>
          <p:spPr>
            <a:xfrm>
              <a:off x="4609080" y="730080"/>
              <a:ext cx="100800" cy="6984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3250" h="2251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920" bIns="34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144;p34"/>
            <p:cNvSpPr/>
            <p:nvPr/>
          </p:nvSpPr>
          <p:spPr>
            <a:xfrm>
              <a:off x="4894920" y="666360"/>
              <a:ext cx="38160" cy="1836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238" h="601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145;p34"/>
            <p:cNvSpPr/>
            <p:nvPr/>
          </p:nvSpPr>
          <p:spPr>
            <a:xfrm>
              <a:off x="4894560" y="665640"/>
              <a:ext cx="42120" cy="27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363" h="876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146;p34"/>
            <p:cNvSpPr/>
            <p:nvPr/>
          </p:nvSpPr>
          <p:spPr>
            <a:xfrm>
              <a:off x="5189040" y="614880"/>
              <a:ext cx="164520" cy="7452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5300" h="2401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147;p34"/>
            <p:cNvSpPr/>
            <p:nvPr/>
          </p:nvSpPr>
          <p:spPr>
            <a:xfrm>
              <a:off x="5268600" y="654840"/>
              <a:ext cx="75600" cy="806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80640"/>
                <a:gd name="textAreaBottom" fmla="*/ 81000 h 80640"/>
              </a:gdLst>
              <a:ahLst/>
              <a:cxnLst/>
              <a:rect l="textAreaLeft" t="textAreaTop" r="textAreaRight" b="textAreaBottom"/>
              <a:pathLst>
                <a:path w="2438" h="260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148;p34"/>
            <p:cNvSpPr/>
            <p:nvPr/>
          </p:nvSpPr>
          <p:spPr>
            <a:xfrm>
              <a:off x="5256360" y="664560"/>
              <a:ext cx="44280" cy="57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1438" h="1863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149;p34"/>
            <p:cNvSpPr/>
            <p:nvPr/>
          </p:nvSpPr>
          <p:spPr>
            <a:xfrm>
              <a:off x="5294160" y="669240"/>
              <a:ext cx="21240" cy="3780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689" h="1226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150;p34"/>
            <p:cNvSpPr/>
            <p:nvPr/>
          </p:nvSpPr>
          <p:spPr>
            <a:xfrm>
              <a:off x="4940640" y="656640"/>
              <a:ext cx="68400" cy="88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2213" h="2862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151;p34"/>
            <p:cNvSpPr/>
            <p:nvPr/>
          </p:nvSpPr>
          <p:spPr>
            <a:xfrm>
              <a:off x="4542840" y="752400"/>
              <a:ext cx="24480" cy="1872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801" h="614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152;p34"/>
            <p:cNvSpPr/>
            <p:nvPr/>
          </p:nvSpPr>
          <p:spPr>
            <a:xfrm>
              <a:off x="4542120" y="768600"/>
              <a:ext cx="20520" cy="72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676" h="238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153;p34"/>
            <p:cNvSpPr/>
            <p:nvPr/>
          </p:nvSpPr>
          <p:spPr>
            <a:xfrm>
              <a:off x="4565520" y="746640"/>
              <a:ext cx="11520" cy="90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76" h="301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154;p34"/>
            <p:cNvSpPr/>
            <p:nvPr/>
          </p:nvSpPr>
          <p:spPr>
            <a:xfrm>
              <a:off x="4574880" y="753120"/>
              <a:ext cx="24480" cy="190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801" h="626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155;p34"/>
            <p:cNvSpPr/>
            <p:nvPr/>
          </p:nvSpPr>
          <p:spPr>
            <a:xfrm>
              <a:off x="4569120" y="765360"/>
              <a:ext cx="29880" cy="1260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975" h="413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156;p34"/>
            <p:cNvSpPr/>
            <p:nvPr/>
          </p:nvSpPr>
          <p:spPr>
            <a:xfrm>
              <a:off x="4556160" y="765360"/>
              <a:ext cx="16560" cy="93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539" h="313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157;p34"/>
            <p:cNvSpPr/>
            <p:nvPr/>
          </p:nvSpPr>
          <p:spPr>
            <a:xfrm>
              <a:off x="4562640" y="776880"/>
              <a:ext cx="17640" cy="151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576" h="50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158;p34"/>
            <p:cNvSpPr/>
            <p:nvPr/>
          </p:nvSpPr>
          <p:spPr>
            <a:xfrm>
              <a:off x="4562640" y="4347000"/>
              <a:ext cx="138960" cy="12960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4475" h="41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159;p34"/>
            <p:cNvSpPr/>
            <p:nvPr/>
          </p:nvSpPr>
          <p:spPr>
            <a:xfrm>
              <a:off x="4695480" y="4377960"/>
              <a:ext cx="327600" cy="18252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10536" h="5874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160;p34"/>
            <p:cNvSpPr/>
            <p:nvPr/>
          </p:nvSpPr>
          <p:spPr>
            <a:xfrm>
              <a:off x="4939560" y="4405680"/>
              <a:ext cx="124560" cy="10548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4012" h="340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920" bIns="52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161;p34"/>
            <p:cNvSpPr/>
            <p:nvPr/>
          </p:nvSpPr>
          <p:spPr>
            <a:xfrm>
              <a:off x="5072760" y="4426920"/>
              <a:ext cx="68400" cy="16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213" h="538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162;p34"/>
            <p:cNvSpPr/>
            <p:nvPr/>
          </p:nvSpPr>
          <p:spPr>
            <a:xfrm>
              <a:off x="4733280" y="4361400"/>
              <a:ext cx="102240" cy="11988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300" h="3863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163;p34"/>
            <p:cNvSpPr/>
            <p:nvPr/>
          </p:nvSpPr>
          <p:spPr>
            <a:xfrm>
              <a:off x="4716720" y="4308480"/>
              <a:ext cx="28080" cy="1378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7880"/>
                <a:gd name="textAreaBottom" fmla="*/ 138240 h 137880"/>
              </a:gdLst>
              <a:ahLst/>
              <a:cxnLst/>
              <a:rect l="textAreaLeft" t="textAreaTop" r="textAreaRight" b="textAreaBottom"/>
              <a:pathLst>
                <a:path w="914" h="4437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120" bIns="69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164;p34"/>
            <p:cNvSpPr/>
            <p:nvPr/>
          </p:nvSpPr>
          <p:spPr>
            <a:xfrm>
              <a:off x="4729680" y="4294080"/>
              <a:ext cx="14760" cy="147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488" h="489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165;p34"/>
            <p:cNvSpPr/>
            <p:nvPr/>
          </p:nvSpPr>
          <p:spPr>
            <a:xfrm>
              <a:off x="4724640" y="4291920"/>
              <a:ext cx="22680" cy="1944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739" h="6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166;p34"/>
            <p:cNvSpPr/>
            <p:nvPr/>
          </p:nvSpPr>
          <p:spPr>
            <a:xfrm>
              <a:off x="5026320" y="4514760"/>
              <a:ext cx="3240" cy="36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13" h="126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167;p34"/>
            <p:cNvSpPr/>
            <p:nvPr/>
          </p:nvSpPr>
          <p:spPr>
            <a:xfrm>
              <a:off x="5138640" y="4442400"/>
              <a:ext cx="51840" cy="219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75" h="713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168;p34"/>
            <p:cNvSpPr/>
            <p:nvPr/>
          </p:nvSpPr>
          <p:spPr>
            <a:xfrm>
              <a:off x="5138640" y="4437000"/>
              <a:ext cx="52200" cy="241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88" h="7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169;p34"/>
            <p:cNvSpPr/>
            <p:nvPr/>
          </p:nvSpPr>
          <p:spPr>
            <a:xfrm>
              <a:off x="5063400" y="4394160"/>
              <a:ext cx="41040" cy="3708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326" h="1201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170;p34"/>
            <p:cNvSpPr/>
            <p:nvPr/>
          </p:nvSpPr>
          <p:spPr>
            <a:xfrm>
              <a:off x="5064120" y="4394520"/>
              <a:ext cx="41040" cy="360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326" h="1164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171;p34"/>
            <p:cNvSpPr/>
            <p:nvPr/>
          </p:nvSpPr>
          <p:spPr>
            <a:xfrm>
              <a:off x="4680360" y="4313880"/>
              <a:ext cx="47520" cy="107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1538" h="3462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640" bIns="53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172;p34"/>
            <p:cNvSpPr/>
            <p:nvPr/>
          </p:nvSpPr>
          <p:spPr>
            <a:xfrm>
              <a:off x="4667400" y="4296960"/>
              <a:ext cx="21960" cy="198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714" h="651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173;p34"/>
            <p:cNvSpPr/>
            <p:nvPr/>
          </p:nvSpPr>
          <p:spPr>
            <a:xfrm>
              <a:off x="4736880" y="4333680"/>
              <a:ext cx="37800" cy="1018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1225" h="3288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174;p34"/>
            <p:cNvSpPr/>
            <p:nvPr/>
          </p:nvSpPr>
          <p:spPr>
            <a:xfrm>
              <a:off x="4770720" y="4323600"/>
              <a:ext cx="16560" cy="169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538" h="551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175;p34"/>
            <p:cNvSpPr/>
            <p:nvPr/>
          </p:nvSpPr>
          <p:spPr>
            <a:xfrm>
              <a:off x="4989960" y="4464720"/>
              <a:ext cx="295560" cy="7488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9511" h="2413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176;p34"/>
            <p:cNvSpPr/>
            <p:nvPr/>
          </p:nvSpPr>
          <p:spPr>
            <a:xfrm>
              <a:off x="4642200" y="4410000"/>
              <a:ext cx="39240" cy="615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1276" h="1988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177;p34"/>
            <p:cNvSpPr/>
            <p:nvPr/>
          </p:nvSpPr>
          <p:spPr>
            <a:xfrm>
              <a:off x="4909320" y="4464000"/>
              <a:ext cx="77760" cy="388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13" h="126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178;p34"/>
            <p:cNvSpPr/>
            <p:nvPr/>
          </p:nvSpPr>
          <p:spPr>
            <a:xfrm>
              <a:off x="4907880" y="4495680"/>
              <a:ext cx="38160" cy="2664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1238" h="863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179;p34"/>
            <p:cNvSpPr/>
            <p:nvPr/>
          </p:nvSpPr>
          <p:spPr>
            <a:xfrm>
              <a:off x="4609080" y="4324320"/>
              <a:ext cx="100800" cy="6984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3250" h="2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920" bIns="34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180;p34"/>
            <p:cNvSpPr/>
            <p:nvPr/>
          </p:nvSpPr>
          <p:spPr>
            <a:xfrm>
              <a:off x="4894560" y="4439160"/>
              <a:ext cx="38520" cy="187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251" h="613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181;p34"/>
            <p:cNvSpPr/>
            <p:nvPr/>
          </p:nvSpPr>
          <p:spPr>
            <a:xfrm>
              <a:off x="4894560" y="4431240"/>
              <a:ext cx="42120" cy="27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363" h="875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182;p34"/>
            <p:cNvSpPr/>
            <p:nvPr/>
          </p:nvSpPr>
          <p:spPr>
            <a:xfrm>
              <a:off x="5188680" y="4434840"/>
              <a:ext cx="164520" cy="7416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5299" h="240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08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183;p34"/>
            <p:cNvSpPr/>
            <p:nvPr/>
          </p:nvSpPr>
          <p:spPr>
            <a:xfrm>
              <a:off x="5268600" y="4388040"/>
              <a:ext cx="76320" cy="810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81000"/>
                <a:gd name="textAreaBottom" fmla="*/ 81360 h 81000"/>
              </a:gdLst>
              <a:ahLst/>
              <a:cxnLst/>
              <a:rect l="textAreaLeft" t="textAreaTop" r="textAreaRight" b="textAreaBottom"/>
              <a:pathLst>
                <a:path w="2463" h="261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184;p34"/>
            <p:cNvSpPr/>
            <p:nvPr/>
          </p:nvSpPr>
          <p:spPr>
            <a:xfrm>
              <a:off x="5256360" y="4401720"/>
              <a:ext cx="44280" cy="57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1438" h="1863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185;p34"/>
            <p:cNvSpPr/>
            <p:nvPr/>
          </p:nvSpPr>
          <p:spPr>
            <a:xfrm>
              <a:off x="5294160" y="4416480"/>
              <a:ext cx="21240" cy="3816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89" h="1238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186;p34"/>
            <p:cNvSpPr/>
            <p:nvPr/>
          </p:nvSpPr>
          <p:spPr>
            <a:xfrm>
              <a:off x="4940640" y="4379040"/>
              <a:ext cx="68400" cy="88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2213" h="2862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187;p34"/>
            <p:cNvSpPr/>
            <p:nvPr/>
          </p:nvSpPr>
          <p:spPr>
            <a:xfrm>
              <a:off x="4443840" y="4347000"/>
              <a:ext cx="138960" cy="12960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4474" h="4175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188;p34"/>
            <p:cNvSpPr/>
            <p:nvPr/>
          </p:nvSpPr>
          <p:spPr>
            <a:xfrm>
              <a:off x="4122360" y="4377960"/>
              <a:ext cx="327960" cy="18216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10548" h="5861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080" bIns="9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189;p34"/>
            <p:cNvSpPr/>
            <p:nvPr/>
          </p:nvSpPr>
          <p:spPr>
            <a:xfrm>
              <a:off x="4081320" y="4406400"/>
              <a:ext cx="124920" cy="1047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4025" h="337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560" bIns="52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190;p34"/>
            <p:cNvSpPr/>
            <p:nvPr/>
          </p:nvSpPr>
          <p:spPr>
            <a:xfrm>
              <a:off x="4003920" y="4426920"/>
              <a:ext cx="68400" cy="16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213" h="538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191;p34"/>
            <p:cNvSpPr/>
            <p:nvPr/>
          </p:nvSpPr>
          <p:spPr>
            <a:xfrm>
              <a:off x="4309920" y="4361400"/>
              <a:ext cx="100800" cy="11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250" h="3863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192;p34"/>
            <p:cNvSpPr/>
            <p:nvPr/>
          </p:nvSpPr>
          <p:spPr>
            <a:xfrm>
              <a:off x="4400280" y="4308480"/>
              <a:ext cx="28080" cy="13716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913" h="4424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193;p34"/>
            <p:cNvSpPr/>
            <p:nvPr/>
          </p:nvSpPr>
          <p:spPr>
            <a:xfrm>
              <a:off x="4400640" y="4294080"/>
              <a:ext cx="14760" cy="147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488" h="489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194;p34"/>
            <p:cNvSpPr/>
            <p:nvPr/>
          </p:nvSpPr>
          <p:spPr>
            <a:xfrm>
              <a:off x="4393440" y="4291560"/>
              <a:ext cx="27360" cy="208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888" h="6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195;p34"/>
            <p:cNvSpPr/>
            <p:nvPr/>
          </p:nvSpPr>
          <p:spPr>
            <a:xfrm>
              <a:off x="4116240" y="4514760"/>
              <a:ext cx="3240" cy="36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14" h="126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196;p34"/>
            <p:cNvSpPr/>
            <p:nvPr/>
          </p:nvSpPr>
          <p:spPr>
            <a:xfrm>
              <a:off x="3954960" y="4442400"/>
              <a:ext cx="52200" cy="216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688" h="70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197;p34"/>
            <p:cNvSpPr/>
            <p:nvPr/>
          </p:nvSpPr>
          <p:spPr>
            <a:xfrm>
              <a:off x="3954600" y="4437000"/>
              <a:ext cx="52200" cy="241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88" h="7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198;p34"/>
            <p:cNvSpPr/>
            <p:nvPr/>
          </p:nvSpPr>
          <p:spPr>
            <a:xfrm>
              <a:off x="4040640" y="4394160"/>
              <a:ext cx="41400" cy="370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338" h="1201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199;p34"/>
            <p:cNvSpPr/>
            <p:nvPr/>
          </p:nvSpPr>
          <p:spPr>
            <a:xfrm>
              <a:off x="4040280" y="4394520"/>
              <a:ext cx="41400" cy="360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338" h="1164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200;p34"/>
            <p:cNvSpPr/>
            <p:nvPr/>
          </p:nvSpPr>
          <p:spPr>
            <a:xfrm>
              <a:off x="4417920" y="4313880"/>
              <a:ext cx="47520" cy="107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1538" h="3462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640" bIns="53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201;p34"/>
            <p:cNvSpPr/>
            <p:nvPr/>
          </p:nvSpPr>
          <p:spPr>
            <a:xfrm>
              <a:off x="4455720" y="4296240"/>
              <a:ext cx="22320" cy="201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726" h="663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202;p34"/>
            <p:cNvSpPr/>
            <p:nvPr/>
          </p:nvSpPr>
          <p:spPr>
            <a:xfrm>
              <a:off x="4370760" y="4333680"/>
              <a:ext cx="37800" cy="1018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1226" h="3288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203;p34"/>
            <p:cNvSpPr/>
            <p:nvPr/>
          </p:nvSpPr>
          <p:spPr>
            <a:xfrm>
              <a:off x="4359600" y="4322160"/>
              <a:ext cx="15480" cy="183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513" h="601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204;p34"/>
            <p:cNvSpPr/>
            <p:nvPr/>
          </p:nvSpPr>
          <p:spPr>
            <a:xfrm>
              <a:off x="3859560" y="4464720"/>
              <a:ext cx="295560" cy="7488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9511" h="2413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205;p34"/>
            <p:cNvSpPr/>
            <p:nvPr/>
          </p:nvSpPr>
          <p:spPr>
            <a:xfrm>
              <a:off x="4463640" y="4410000"/>
              <a:ext cx="38880" cy="612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1263" h="1976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206;p34"/>
            <p:cNvSpPr/>
            <p:nvPr/>
          </p:nvSpPr>
          <p:spPr>
            <a:xfrm>
              <a:off x="4158000" y="4464000"/>
              <a:ext cx="77760" cy="388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12" h="1263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207;p34"/>
            <p:cNvSpPr/>
            <p:nvPr/>
          </p:nvSpPr>
          <p:spPr>
            <a:xfrm>
              <a:off x="4199040" y="4495680"/>
              <a:ext cx="37800" cy="2664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1226" h="863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208;p34"/>
            <p:cNvSpPr/>
            <p:nvPr/>
          </p:nvSpPr>
          <p:spPr>
            <a:xfrm>
              <a:off x="4435200" y="4324320"/>
              <a:ext cx="100800" cy="702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3250" h="2263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209;p34"/>
            <p:cNvSpPr/>
            <p:nvPr/>
          </p:nvSpPr>
          <p:spPr>
            <a:xfrm>
              <a:off x="4212000" y="4439160"/>
              <a:ext cx="38520" cy="187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250" h="613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210;p34"/>
            <p:cNvSpPr/>
            <p:nvPr/>
          </p:nvSpPr>
          <p:spPr>
            <a:xfrm>
              <a:off x="4208400" y="4431240"/>
              <a:ext cx="42120" cy="2736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363" h="888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211;p34"/>
            <p:cNvSpPr/>
            <p:nvPr/>
          </p:nvSpPr>
          <p:spPr>
            <a:xfrm>
              <a:off x="3791880" y="4434840"/>
              <a:ext cx="164520" cy="7416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5300" h="24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08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212;p34"/>
            <p:cNvSpPr/>
            <p:nvPr/>
          </p:nvSpPr>
          <p:spPr>
            <a:xfrm>
              <a:off x="3800880" y="4388760"/>
              <a:ext cx="75600" cy="806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80640"/>
                <a:gd name="textAreaBottom" fmla="*/ 81000 h 80640"/>
              </a:gdLst>
              <a:ahLst/>
              <a:cxnLst/>
              <a:rect l="textAreaLeft" t="textAreaTop" r="textAreaRight" b="textAreaBottom"/>
              <a:pathLst>
                <a:path w="2437" h="260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213;p34"/>
            <p:cNvSpPr/>
            <p:nvPr/>
          </p:nvSpPr>
          <p:spPr>
            <a:xfrm>
              <a:off x="3844440" y="4401360"/>
              <a:ext cx="44280" cy="5796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1438" h="1876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214;p34"/>
            <p:cNvSpPr/>
            <p:nvPr/>
          </p:nvSpPr>
          <p:spPr>
            <a:xfrm>
              <a:off x="3830040" y="4416480"/>
              <a:ext cx="20880" cy="381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88" h="123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215;p34"/>
            <p:cNvSpPr/>
            <p:nvPr/>
          </p:nvSpPr>
          <p:spPr>
            <a:xfrm>
              <a:off x="4136760" y="4379040"/>
              <a:ext cx="68040" cy="88560"/>
            </a:xfrm>
            <a:custGeom>
              <a:avLst/>
              <a:gdLst>
                <a:gd name="textAreaLeft" fmla="*/ 0 w 68040"/>
                <a:gd name="textAreaRight" fmla="*/ 68400 w 6804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2201" h="2862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216;p34"/>
            <p:cNvSpPr/>
            <p:nvPr/>
          </p:nvSpPr>
          <p:spPr>
            <a:xfrm>
              <a:off x="4578120" y="4352760"/>
              <a:ext cx="24480" cy="1872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801" h="614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217;p34"/>
            <p:cNvSpPr/>
            <p:nvPr/>
          </p:nvSpPr>
          <p:spPr>
            <a:xfrm>
              <a:off x="4582440" y="4348440"/>
              <a:ext cx="20520" cy="72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676" h="238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218;p34"/>
            <p:cNvSpPr/>
            <p:nvPr/>
          </p:nvSpPr>
          <p:spPr>
            <a:xfrm>
              <a:off x="4568400" y="4368240"/>
              <a:ext cx="11160" cy="936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375" h="314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219;p34"/>
            <p:cNvSpPr/>
            <p:nvPr/>
          </p:nvSpPr>
          <p:spPr>
            <a:xfrm>
              <a:off x="4545720" y="4351680"/>
              <a:ext cx="24480" cy="190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801" h="626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220;p34"/>
            <p:cNvSpPr/>
            <p:nvPr/>
          </p:nvSpPr>
          <p:spPr>
            <a:xfrm>
              <a:off x="4546080" y="4346280"/>
              <a:ext cx="29880" cy="1260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976" h="413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221;p34"/>
            <p:cNvSpPr/>
            <p:nvPr/>
          </p:nvSpPr>
          <p:spPr>
            <a:xfrm>
              <a:off x="4572360" y="4348800"/>
              <a:ext cx="16920" cy="972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550" h="326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222;p34"/>
            <p:cNvSpPr/>
            <p:nvPr/>
          </p:nvSpPr>
          <p:spPr>
            <a:xfrm>
              <a:off x="4565160" y="4331520"/>
              <a:ext cx="17640" cy="151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575" h="501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223;p34"/>
            <p:cNvSpPr/>
            <p:nvPr/>
          </p:nvSpPr>
          <p:spPr>
            <a:xfrm>
              <a:off x="8292960" y="2433600"/>
              <a:ext cx="129960" cy="13860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38600"/>
                <a:gd name="textAreaBottom" fmla="*/ 138960 h 138600"/>
              </a:gdLst>
              <a:ahLst/>
              <a:cxnLst/>
              <a:rect l="textAreaLeft" t="textAreaTop" r="textAreaRight" b="textAreaBottom"/>
              <a:pathLst>
                <a:path w="4187" h="4462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480" bIns="69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224;p34"/>
            <p:cNvSpPr/>
            <p:nvPr/>
          </p:nvSpPr>
          <p:spPr>
            <a:xfrm>
              <a:off x="8324640" y="2111760"/>
              <a:ext cx="182520" cy="32760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5874" h="10536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225;p34"/>
            <p:cNvSpPr/>
            <p:nvPr/>
          </p:nvSpPr>
          <p:spPr>
            <a:xfrm>
              <a:off x="8352360" y="2070720"/>
              <a:ext cx="105480" cy="12456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3400" h="4012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226;p34"/>
            <p:cNvSpPr/>
            <p:nvPr/>
          </p:nvSpPr>
          <p:spPr>
            <a:xfrm>
              <a:off x="8373240" y="1993320"/>
              <a:ext cx="16560" cy="6840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538" h="2213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227;p34"/>
            <p:cNvSpPr/>
            <p:nvPr/>
          </p:nvSpPr>
          <p:spPr>
            <a:xfrm>
              <a:off x="8307360" y="2299320"/>
              <a:ext cx="120240" cy="10188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3875" h="3287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228;p34"/>
            <p:cNvSpPr/>
            <p:nvPr/>
          </p:nvSpPr>
          <p:spPr>
            <a:xfrm>
              <a:off x="8254800" y="2390040"/>
              <a:ext cx="137520" cy="2808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4425" h="914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229;p34"/>
            <p:cNvSpPr/>
            <p:nvPr/>
          </p:nvSpPr>
          <p:spPr>
            <a:xfrm>
              <a:off x="8240760" y="2390400"/>
              <a:ext cx="14760" cy="1440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88" h="476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230;p34"/>
            <p:cNvSpPr/>
            <p:nvPr/>
          </p:nvSpPr>
          <p:spPr>
            <a:xfrm>
              <a:off x="8237880" y="2387160"/>
              <a:ext cx="19800" cy="226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651" h="738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231;p34"/>
            <p:cNvSpPr/>
            <p:nvPr/>
          </p:nvSpPr>
          <p:spPr>
            <a:xfrm>
              <a:off x="8460720" y="2105280"/>
              <a:ext cx="3960" cy="324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38" h="113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232;p34"/>
            <p:cNvSpPr/>
            <p:nvPr/>
          </p:nvSpPr>
          <p:spPr>
            <a:xfrm>
              <a:off x="8388360" y="1944360"/>
              <a:ext cx="21960" cy="522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14" h="1688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233;p34"/>
            <p:cNvSpPr/>
            <p:nvPr/>
          </p:nvSpPr>
          <p:spPr>
            <a:xfrm>
              <a:off x="8382960" y="1944000"/>
              <a:ext cx="24120" cy="522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89" h="1688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234;p34"/>
            <p:cNvSpPr/>
            <p:nvPr/>
          </p:nvSpPr>
          <p:spPr>
            <a:xfrm>
              <a:off x="8340480" y="2030040"/>
              <a:ext cx="37080" cy="41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01" h="1326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235;p34"/>
            <p:cNvSpPr/>
            <p:nvPr/>
          </p:nvSpPr>
          <p:spPr>
            <a:xfrm>
              <a:off x="8340480" y="2029680"/>
              <a:ext cx="36360" cy="4140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176" h="1339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236;p34"/>
            <p:cNvSpPr/>
            <p:nvPr/>
          </p:nvSpPr>
          <p:spPr>
            <a:xfrm>
              <a:off x="8260560" y="2406600"/>
              <a:ext cx="107280" cy="4788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3463" h="155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237;p34"/>
            <p:cNvSpPr/>
            <p:nvPr/>
          </p:nvSpPr>
          <p:spPr>
            <a:xfrm>
              <a:off x="8242920" y="2445480"/>
              <a:ext cx="19800" cy="219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50" h="714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238;p34"/>
            <p:cNvSpPr/>
            <p:nvPr/>
          </p:nvSpPr>
          <p:spPr>
            <a:xfrm>
              <a:off x="8280720" y="2360520"/>
              <a:ext cx="101520" cy="3780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275" h="122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239;p34"/>
            <p:cNvSpPr/>
            <p:nvPr/>
          </p:nvSpPr>
          <p:spPr>
            <a:xfrm>
              <a:off x="8268480" y="2348640"/>
              <a:ext cx="18360" cy="154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601" h="513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240;p34"/>
            <p:cNvSpPr/>
            <p:nvPr/>
          </p:nvSpPr>
          <p:spPr>
            <a:xfrm>
              <a:off x="8411400" y="1849320"/>
              <a:ext cx="74160" cy="29520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2400" h="9498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241;p34"/>
            <p:cNvSpPr/>
            <p:nvPr/>
          </p:nvSpPr>
          <p:spPr>
            <a:xfrm>
              <a:off x="8356320" y="2453040"/>
              <a:ext cx="61200" cy="3924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975" h="12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242;p34"/>
            <p:cNvSpPr/>
            <p:nvPr/>
          </p:nvSpPr>
          <p:spPr>
            <a:xfrm>
              <a:off x="8409960" y="2147760"/>
              <a:ext cx="38880" cy="774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263" h="250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243;p34"/>
            <p:cNvSpPr/>
            <p:nvPr/>
          </p:nvSpPr>
          <p:spPr>
            <a:xfrm>
              <a:off x="8442000" y="2188800"/>
              <a:ext cx="26640" cy="37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863" h="1225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244;p34"/>
            <p:cNvSpPr/>
            <p:nvPr/>
          </p:nvSpPr>
          <p:spPr>
            <a:xfrm>
              <a:off x="8270640" y="2424600"/>
              <a:ext cx="70200" cy="1008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2263" h="325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245;p34"/>
            <p:cNvSpPr/>
            <p:nvPr/>
          </p:nvSpPr>
          <p:spPr>
            <a:xfrm>
              <a:off x="8385480" y="2201760"/>
              <a:ext cx="18360" cy="3816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01" h="1238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246;p34"/>
            <p:cNvSpPr/>
            <p:nvPr/>
          </p:nvSpPr>
          <p:spPr>
            <a:xfrm>
              <a:off x="8377920" y="2197800"/>
              <a:ext cx="27000" cy="4248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876" h="13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247;p34"/>
            <p:cNvSpPr/>
            <p:nvPr/>
          </p:nvSpPr>
          <p:spPr>
            <a:xfrm>
              <a:off x="8381520" y="1781640"/>
              <a:ext cx="74520" cy="16416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401" h="5287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248;p34"/>
            <p:cNvSpPr/>
            <p:nvPr/>
          </p:nvSpPr>
          <p:spPr>
            <a:xfrm>
              <a:off x="8334720" y="1789920"/>
              <a:ext cx="80640" cy="7632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2600" h="2463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249;p34"/>
            <p:cNvSpPr/>
            <p:nvPr/>
          </p:nvSpPr>
          <p:spPr>
            <a:xfrm>
              <a:off x="8348040" y="1833840"/>
              <a:ext cx="57960" cy="442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875" h="1438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250;p34"/>
            <p:cNvSpPr/>
            <p:nvPr/>
          </p:nvSpPr>
          <p:spPr>
            <a:xfrm>
              <a:off x="8363160" y="1819800"/>
              <a:ext cx="37800" cy="208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226" h="688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251;p34"/>
            <p:cNvSpPr/>
            <p:nvPr/>
          </p:nvSpPr>
          <p:spPr>
            <a:xfrm>
              <a:off x="8325360" y="2125800"/>
              <a:ext cx="88920" cy="6804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2863" h="2201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252;p34"/>
            <p:cNvSpPr/>
            <p:nvPr/>
          </p:nvSpPr>
          <p:spPr>
            <a:xfrm>
              <a:off x="8292960" y="2552040"/>
              <a:ext cx="129960" cy="13860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38600"/>
                <a:gd name="textAreaBottom" fmla="*/ 138960 h 138600"/>
              </a:gdLst>
              <a:ahLst/>
              <a:cxnLst/>
              <a:rect l="textAreaLeft" t="textAreaTop" r="textAreaRight" b="textAreaBottom"/>
              <a:pathLst>
                <a:path w="4187" h="4463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480" bIns="69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1253;p34"/>
            <p:cNvSpPr/>
            <p:nvPr/>
          </p:nvSpPr>
          <p:spPr>
            <a:xfrm>
              <a:off x="8324640" y="2684160"/>
              <a:ext cx="182160" cy="32796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5862" h="10549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1254;p34"/>
            <p:cNvSpPr/>
            <p:nvPr/>
          </p:nvSpPr>
          <p:spPr>
            <a:xfrm>
              <a:off x="8352720" y="2928240"/>
              <a:ext cx="104760" cy="1252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3375" h="4037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1255;p34"/>
            <p:cNvSpPr/>
            <p:nvPr/>
          </p:nvSpPr>
          <p:spPr>
            <a:xfrm>
              <a:off x="8372880" y="3062520"/>
              <a:ext cx="16920" cy="6840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550" h="2213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1256;p34"/>
            <p:cNvSpPr/>
            <p:nvPr/>
          </p:nvSpPr>
          <p:spPr>
            <a:xfrm>
              <a:off x="8307720" y="2723760"/>
              <a:ext cx="119880" cy="10116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101160"/>
                <a:gd name="textAreaBottom" fmla="*/ 101520 h 101160"/>
              </a:gdLst>
              <a:ahLst/>
              <a:cxnLst/>
              <a:rect l="textAreaLeft" t="textAreaTop" r="textAreaRight" b="textAreaBottom"/>
              <a:pathLst>
                <a:path w="3862" h="32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1257;p34"/>
            <p:cNvSpPr/>
            <p:nvPr/>
          </p:nvSpPr>
          <p:spPr>
            <a:xfrm>
              <a:off x="8254440" y="2706120"/>
              <a:ext cx="137160" cy="2808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4424" h="913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1258;p34"/>
            <p:cNvSpPr/>
            <p:nvPr/>
          </p:nvSpPr>
          <p:spPr>
            <a:xfrm>
              <a:off x="8240760" y="2719440"/>
              <a:ext cx="14760" cy="1440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88" h="476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1259;p34"/>
            <p:cNvSpPr/>
            <p:nvPr/>
          </p:nvSpPr>
          <p:spPr>
            <a:xfrm>
              <a:off x="8237520" y="2714400"/>
              <a:ext cx="20880" cy="273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688" h="8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1260;p34"/>
            <p:cNvSpPr/>
            <p:nvPr/>
          </p:nvSpPr>
          <p:spPr>
            <a:xfrm>
              <a:off x="8460720" y="3015360"/>
              <a:ext cx="3960" cy="324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38" h="114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1261;p34"/>
            <p:cNvSpPr/>
            <p:nvPr/>
          </p:nvSpPr>
          <p:spPr>
            <a:xfrm>
              <a:off x="8388720" y="3127680"/>
              <a:ext cx="21600" cy="52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01" h="1688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1262;p34"/>
            <p:cNvSpPr/>
            <p:nvPr/>
          </p:nvSpPr>
          <p:spPr>
            <a:xfrm>
              <a:off x="8382960" y="3128040"/>
              <a:ext cx="24120" cy="522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89" h="1688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1263;p34"/>
            <p:cNvSpPr/>
            <p:nvPr/>
          </p:nvSpPr>
          <p:spPr>
            <a:xfrm>
              <a:off x="8340480" y="3053160"/>
              <a:ext cx="37080" cy="41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01" h="1326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1264;p34"/>
            <p:cNvSpPr/>
            <p:nvPr/>
          </p:nvSpPr>
          <p:spPr>
            <a:xfrm>
              <a:off x="8340840" y="3053520"/>
              <a:ext cx="36000" cy="4104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163" h="1325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1265;p34"/>
            <p:cNvSpPr/>
            <p:nvPr/>
          </p:nvSpPr>
          <p:spPr>
            <a:xfrm>
              <a:off x="8260560" y="2669400"/>
              <a:ext cx="107280" cy="4752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463" h="1539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1266;p34"/>
            <p:cNvSpPr/>
            <p:nvPr/>
          </p:nvSpPr>
          <p:spPr>
            <a:xfrm>
              <a:off x="8242560" y="2656800"/>
              <a:ext cx="20160" cy="219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63" h="71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1267;p34"/>
            <p:cNvSpPr/>
            <p:nvPr/>
          </p:nvSpPr>
          <p:spPr>
            <a:xfrm>
              <a:off x="8280720" y="2725920"/>
              <a:ext cx="101520" cy="3744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275" h="1213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1268;p34"/>
            <p:cNvSpPr/>
            <p:nvPr/>
          </p:nvSpPr>
          <p:spPr>
            <a:xfrm>
              <a:off x="8268480" y="2759400"/>
              <a:ext cx="18000" cy="158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589" h="526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1269;p34"/>
            <p:cNvSpPr/>
            <p:nvPr/>
          </p:nvSpPr>
          <p:spPr>
            <a:xfrm>
              <a:off x="8411400" y="2979360"/>
              <a:ext cx="74880" cy="29520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2413" h="9499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1270;p34"/>
            <p:cNvSpPr/>
            <p:nvPr/>
          </p:nvSpPr>
          <p:spPr>
            <a:xfrm>
              <a:off x="8356320" y="2632320"/>
              <a:ext cx="61200" cy="3888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975" h="1263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1271;p34"/>
            <p:cNvSpPr/>
            <p:nvPr/>
          </p:nvSpPr>
          <p:spPr>
            <a:xfrm>
              <a:off x="8409960" y="2899080"/>
              <a:ext cx="38880" cy="774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263" h="250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1272;p34"/>
            <p:cNvSpPr/>
            <p:nvPr/>
          </p:nvSpPr>
          <p:spPr>
            <a:xfrm>
              <a:off x="8442000" y="2897640"/>
              <a:ext cx="26640" cy="37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863" h="1225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1273;p34"/>
            <p:cNvSpPr/>
            <p:nvPr/>
          </p:nvSpPr>
          <p:spPr>
            <a:xfrm>
              <a:off x="8271000" y="2598840"/>
              <a:ext cx="70200" cy="1008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2263" h="325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1274;p34"/>
            <p:cNvSpPr/>
            <p:nvPr/>
          </p:nvSpPr>
          <p:spPr>
            <a:xfrm>
              <a:off x="8385480" y="2884320"/>
              <a:ext cx="18720" cy="38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13" h="1238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1275;p34"/>
            <p:cNvSpPr/>
            <p:nvPr/>
          </p:nvSpPr>
          <p:spPr>
            <a:xfrm>
              <a:off x="8377920" y="2883960"/>
              <a:ext cx="27000" cy="4212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876" h="1363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1276;p34"/>
            <p:cNvSpPr/>
            <p:nvPr/>
          </p:nvSpPr>
          <p:spPr>
            <a:xfrm>
              <a:off x="8381520" y="3178440"/>
              <a:ext cx="73800" cy="16416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388" h="5287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1277;p34"/>
            <p:cNvSpPr/>
            <p:nvPr/>
          </p:nvSpPr>
          <p:spPr>
            <a:xfrm>
              <a:off x="8334720" y="3258000"/>
              <a:ext cx="80640" cy="7596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600" h="245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1278;p34"/>
            <p:cNvSpPr/>
            <p:nvPr/>
          </p:nvSpPr>
          <p:spPr>
            <a:xfrm>
              <a:off x="8348040" y="3245400"/>
              <a:ext cx="57600" cy="4428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863" h="1438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1279;p34"/>
            <p:cNvSpPr/>
            <p:nvPr/>
          </p:nvSpPr>
          <p:spPr>
            <a:xfrm>
              <a:off x="8363160" y="3283200"/>
              <a:ext cx="38160" cy="216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238" h="701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1280;p34"/>
            <p:cNvSpPr/>
            <p:nvPr/>
          </p:nvSpPr>
          <p:spPr>
            <a:xfrm>
              <a:off x="8325360" y="2929680"/>
              <a:ext cx="88920" cy="6840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2863" h="221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1281;p34"/>
            <p:cNvSpPr/>
            <p:nvPr/>
          </p:nvSpPr>
          <p:spPr>
            <a:xfrm>
              <a:off x="8299440" y="2532240"/>
              <a:ext cx="18720" cy="244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613" h="801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1282;p34"/>
            <p:cNvSpPr/>
            <p:nvPr/>
          </p:nvSpPr>
          <p:spPr>
            <a:xfrm>
              <a:off x="8295120" y="2531520"/>
              <a:ext cx="7200" cy="205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39" h="676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1283;p34"/>
            <p:cNvSpPr/>
            <p:nvPr/>
          </p:nvSpPr>
          <p:spPr>
            <a:xfrm>
              <a:off x="8314920" y="2555280"/>
              <a:ext cx="9000" cy="115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00" h="376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1284;p34"/>
            <p:cNvSpPr/>
            <p:nvPr/>
          </p:nvSpPr>
          <p:spPr>
            <a:xfrm>
              <a:off x="8298000" y="2564280"/>
              <a:ext cx="19080" cy="2484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626" h="813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1285;p34"/>
            <p:cNvSpPr/>
            <p:nvPr/>
          </p:nvSpPr>
          <p:spPr>
            <a:xfrm>
              <a:off x="8292600" y="2558880"/>
              <a:ext cx="12240" cy="29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401" h="963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1286;p34"/>
            <p:cNvSpPr/>
            <p:nvPr/>
          </p:nvSpPr>
          <p:spPr>
            <a:xfrm>
              <a:off x="8295480" y="2545560"/>
              <a:ext cx="9720" cy="1728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26" h="563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1287;p34"/>
            <p:cNvSpPr/>
            <p:nvPr/>
          </p:nvSpPr>
          <p:spPr>
            <a:xfrm>
              <a:off x="8277840" y="2552040"/>
              <a:ext cx="15120" cy="1764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501" h="576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1288;p34"/>
            <p:cNvSpPr/>
            <p:nvPr/>
          </p:nvSpPr>
          <p:spPr>
            <a:xfrm>
              <a:off x="702000" y="2552400"/>
              <a:ext cx="129960" cy="1382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38240"/>
                <a:gd name="textAreaBottom" fmla="*/ 138600 h 138240"/>
              </a:gdLst>
              <a:ahLst/>
              <a:cxnLst/>
              <a:rect l="textAreaLeft" t="textAreaTop" r="textAreaRight" b="textAreaBottom"/>
              <a:pathLst>
                <a:path w="4187" h="445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120" bIns="69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1289;p34"/>
            <p:cNvSpPr/>
            <p:nvPr/>
          </p:nvSpPr>
          <p:spPr>
            <a:xfrm>
              <a:off x="617760" y="2684880"/>
              <a:ext cx="182520" cy="32796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5875" h="10548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1290;p34"/>
            <p:cNvSpPr/>
            <p:nvPr/>
          </p:nvSpPr>
          <p:spPr>
            <a:xfrm>
              <a:off x="667800" y="2928960"/>
              <a:ext cx="105480" cy="12456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3400" h="4012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1291;p34"/>
            <p:cNvSpPr/>
            <p:nvPr/>
          </p:nvSpPr>
          <p:spPr>
            <a:xfrm>
              <a:off x="735480" y="3062520"/>
              <a:ext cx="16920" cy="6840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551" h="2213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1292;p34"/>
            <p:cNvSpPr/>
            <p:nvPr/>
          </p:nvSpPr>
          <p:spPr>
            <a:xfrm>
              <a:off x="697680" y="2722680"/>
              <a:ext cx="119880" cy="10188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3863" h="3287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1293;p34"/>
            <p:cNvSpPr/>
            <p:nvPr/>
          </p:nvSpPr>
          <p:spPr>
            <a:xfrm>
              <a:off x="732600" y="2706120"/>
              <a:ext cx="137520" cy="2808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4425" h="913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1294;p34"/>
            <p:cNvSpPr/>
            <p:nvPr/>
          </p:nvSpPr>
          <p:spPr>
            <a:xfrm>
              <a:off x="869760" y="2719440"/>
              <a:ext cx="14760" cy="1440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88" h="476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1295;p34"/>
            <p:cNvSpPr/>
            <p:nvPr/>
          </p:nvSpPr>
          <p:spPr>
            <a:xfrm>
              <a:off x="867240" y="2714400"/>
              <a:ext cx="19800" cy="219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51" h="713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1296;p34"/>
            <p:cNvSpPr/>
            <p:nvPr/>
          </p:nvSpPr>
          <p:spPr>
            <a:xfrm>
              <a:off x="660600" y="3015360"/>
              <a:ext cx="3600" cy="32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26" h="114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1297;p34"/>
            <p:cNvSpPr/>
            <p:nvPr/>
          </p:nvSpPr>
          <p:spPr>
            <a:xfrm>
              <a:off x="714960" y="3127680"/>
              <a:ext cx="21600" cy="52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01" h="1688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1298;p34"/>
            <p:cNvSpPr/>
            <p:nvPr/>
          </p:nvSpPr>
          <p:spPr>
            <a:xfrm>
              <a:off x="717840" y="3128040"/>
              <a:ext cx="24120" cy="522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88" h="16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1299;p34"/>
            <p:cNvSpPr/>
            <p:nvPr/>
          </p:nvSpPr>
          <p:spPr>
            <a:xfrm>
              <a:off x="747360" y="3053160"/>
              <a:ext cx="37080" cy="41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00" h="1326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1300;p34"/>
            <p:cNvSpPr/>
            <p:nvPr/>
          </p:nvSpPr>
          <p:spPr>
            <a:xfrm>
              <a:off x="748080" y="3053520"/>
              <a:ext cx="36360" cy="4104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175" h="132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1301;p34"/>
            <p:cNvSpPr/>
            <p:nvPr/>
          </p:nvSpPr>
          <p:spPr>
            <a:xfrm>
              <a:off x="757080" y="2669400"/>
              <a:ext cx="107640" cy="4752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475" h="1539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1302;p34"/>
            <p:cNvSpPr/>
            <p:nvPr/>
          </p:nvSpPr>
          <p:spPr>
            <a:xfrm>
              <a:off x="862200" y="2656800"/>
              <a:ext cx="19800" cy="219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51" h="713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1303;p34"/>
            <p:cNvSpPr/>
            <p:nvPr/>
          </p:nvSpPr>
          <p:spPr>
            <a:xfrm>
              <a:off x="742680" y="2725920"/>
              <a:ext cx="101880" cy="3780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287" h="1225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1304;p34"/>
            <p:cNvSpPr/>
            <p:nvPr/>
          </p:nvSpPr>
          <p:spPr>
            <a:xfrm>
              <a:off x="838440" y="2759760"/>
              <a:ext cx="18360" cy="154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601" h="513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1305;p34"/>
            <p:cNvSpPr/>
            <p:nvPr/>
          </p:nvSpPr>
          <p:spPr>
            <a:xfrm>
              <a:off x="639000" y="2979360"/>
              <a:ext cx="74880" cy="29520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2413" h="9499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1306;p34"/>
            <p:cNvSpPr/>
            <p:nvPr/>
          </p:nvSpPr>
          <p:spPr>
            <a:xfrm>
              <a:off x="707400" y="2631960"/>
              <a:ext cx="61200" cy="3924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975" h="1276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1307;p34"/>
            <p:cNvSpPr/>
            <p:nvPr/>
          </p:nvSpPr>
          <p:spPr>
            <a:xfrm>
              <a:off x="675720" y="2899080"/>
              <a:ext cx="38880" cy="7776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1264" h="2512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308;p34"/>
            <p:cNvSpPr/>
            <p:nvPr/>
          </p:nvSpPr>
          <p:spPr>
            <a:xfrm>
              <a:off x="656640" y="2897640"/>
              <a:ext cx="26640" cy="37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863" h="1225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1309;p34"/>
            <p:cNvSpPr/>
            <p:nvPr/>
          </p:nvSpPr>
          <p:spPr>
            <a:xfrm>
              <a:off x="784800" y="2598840"/>
              <a:ext cx="69840" cy="1008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2250" h="3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1310;p34"/>
            <p:cNvSpPr/>
            <p:nvPr/>
          </p:nvSpPr>
          <p:spPr>
            <a:xfrm>
              <a:off x="721080" y="2884320"/>
              <a:ext cx="18720" cy="38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13" h="1238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1311;p34"/>
            <p:cNvSpPr/>
            <p:nvPr/>
          </p:nvSpPr>
          <p:spPr>
            <a:xfrm>
              <a:off x="720360" y="2883960"/>
              <a:ext cx="27000" cy="4248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876" h="13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1312;p34"/>
            <p:cNvSpPr/>
            <p:nvPr/>
          </p:nvSpPr>
          <p:spPr>
            <a:xfrm>
              <a:off x="669600" y="3178440"/>
              <a:ext cx="74520" cy="16416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401" h="5287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313;p34"/>
            <p:cNvSpPr/>
            <p:nvPr/>
          </p:nvSpPr>
          <p:spPr>
            <a:xfrm>
              <a:off x="709920" y="3258000"/>
              <a:ext cx="80640" cy="7632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2600" h="2463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1314;p34"/>
            <p:cNvSpPr/>
            <p:nvPr/>
          </p:nvSpPr>
          <p:spPr>
            <a:xfrm>
              <a:off x="719280" y="3245400"/>
              <a:ext cx="57600" cy="4428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863" h="1438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1315;p34"/>
            <p:cNvSpPr/>
            <p:nvPr/>
          </p:nvSpPr>
          <p:spPr>
            <a:xfrm>
              <a:off x="723960" y="3283200"/>
              <a:ext cx="38160" cy="2124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238" h="689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1316;p34"/>
            <p:cNvSpPr/>
            <p:nvPr/>
          </p:nvSpPr>
          <p:spPr>
            <a:xfrm>
              <a:off x="711000" y="2929680"/>
              <a:ext cx="89280" cy="6840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2875" h="2213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1317;p34"/>
            <p:cNvSpPr/>
            <p:nvPr/>
          </p:nvSpPr>
          <p:spPr>
            <a:xfrm>
              <a:off x="702000" y="2433600"/>
              <a:ext cx="129960" cy="13860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38600"/>
                <a:gd name="textAreaBottom" fmla="*/ 138960 h 138600"/>
              </a:gdLst>
              <a:ahLst/>
              <a:cxnLst/>
              <a:rect l="textAreaLeft" t="textAreaTop" r="textAreaRight" b="textAreaBottom"/>
              <a:pathLst>
                <a:path w="4187" h="4462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480" bIns="69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318;p34"/>
            <p:cNvSpPr/>
            <p:nvPr/>
          </p:nvSpPr>
          <p:spPr>
            <a:xfrm>
              <a:off x="618480" y="2111760"/>
              <a:ext cx="182520" cy="32760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5874" h="10536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319;p34"/>
            <p:cNvSpPr/>
            <p:nvPr/>
          </p:nvSpPr>
          <p:spPr>
            <a:xfrm>
              <a:off x="667440" y="20707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3388" h="4037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320;p34"/>
            <p:cNvSpPr/>
            <p:nvPr/>
          </p:nvSpPr>
          <p:spPr>
            <a:xfrm>
              <a:off x="735480" y="1993320"/>
              <a:ext cx="16920" cy="6840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551" h="2213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1321;p34"/>
            <p:cNvSpPr/>
            <p:nvPr/>
          </p:nvSpPr>
          <p:spPr>
            <a:xfrm>
              <a:off x="697320" y="2299320"/>
              <a:ext cx="120240" cy="10116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101160"/>
                <a:gd name="textAreaBottom" fmla="*/ 101520 h 101160"/>
              </a:gdLst>
              <a:ahLst/>
              <a:cxnLst/>
              <a:rect l="textAreaLeft" t="textAreaTop" r="textAreaRight" b="textAreaBottom"/>
              <a:pathLst>
                <a:path w="3875" h="3262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1322;p34"/>
            <p:cNvSpPr/>
            <p:nvPr/>
          </p:nvSpPr>
          <p:spPr>
            <a:xfrm>
              <a:off x="732960" y="2390040"/>
              <a:ext cx="137520" cy="2808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4425" h="914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1323;p34"/>
            <p:cNvSpPr/>
            <p:nvPr/>
          </p:nvSpPr>
          <p:spPr>
            <a:xfrm>
              <a:off x="869760" y="2390400"/>
              <a:ext cx="14760" cy="1440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88" h="476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1324;p34"/>
            <p:cNvSpPr/>
            <p:nvPr/>
          </p:nvSpPr>
          <p:spPr>
            <a:xfrm>
              <a:off x="866160" y="2382480"/>
              <a:ext cx="21240" cy="2736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689" h="888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1325;p34"/>
            <p:cNvSpPr/>
            <p:nvPr/>
          </p:nvSpPr>
          <p:spPr>
            <a:xfrm>
              <a:off x="660600" y="2105640"/>
              <a:ext cx="3600" cy="360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26" h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1326;p34"/>
            <p:cNvSpPr/>
            <p:nvPr/>
          </p:nvSpPr>
          <p:spPr>
            <a:xfrm>
              <a:off x="714960" y="1944360"/>
              <a:ext cx="21600" cy="52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01" h="1688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1327;p34"/>
            <p:cNvSpPr/>
            <p:nvPr/>
          </p:nvSpPr>
          <p:spPr>
            <a:xfrm>
              <a:off x="717840" y="1944000"/>
              <a:ext cx="24120" cy="522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88" h="16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1328;p34"/>
            <p:cNvSpPr/>
            <p:nvPr/>
          </p:nvSpPr>
          <p:spPr>
            <a:xfrm>
              <a:off x="747360" y="2030040"/>
              <a:ext cx="37080" cy="41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00" h="1326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1329;p34"/>
            <p:cNvSpPr/>
            <p:nvPr/>
          </p:nvSpPr>
          <p:spPr>
            <a:xfrm>
              <a:off x="748080" y="2029680"/>
              <a:ext cx="36000" cy="414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163" h="1339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1330;p34"/>
            <p:cNvSpPr/>
            <p:nvPr/>
          </p:nvSpPr>
          <p:spPr>
            <a:xfrm>
              <a:off x="757080" y="2406960"/>
              <a:ext cx="107640" cy="4752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475" h="1538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1331;p34"/>
            <p:cNvSpPr/>
            <p:nvPr/>
          </p:nvSpPr>
          <p:spPr>
            <a:xfrm>
              <a:off x="862200" y="2445480"/>
              <a:ext cx="20160" cy="219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64" h="71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1332;p34"/>
            <p:cNvSpPr/>
            <p:nvPr/>
          </p:nvSpPr>
          <p:spPr>
            <a:xfrm>
              <a:off x="742680" y="2360520"/>
              <a:ext cx="101880" cy="3780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287" h="1225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333;p34"/>
            <p:cNvSpPr/>
            <p:nvPr/>
          </p:nvSpPr>
          <p:spPr>
            <a:xfrm>
              <a:off x="838440" y="2348640"/>
              <a:ext cx="18360" cy="154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601" h="513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334;p34"/>
            <p:cNvSpPr/>
            <p:nvPr/>
          </p:nvSpPr>
          <p:spPr>
            <a:xfrm>
              <a:off x="639000" y="1849320"/>
              <a:ext cx="74880" cy="29520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2413" h="9498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1335;p34"/>
            <p:cNvSpPr/>
            <p:nvPr/>
          </p:nvSpPr>
          <p:spPr>
            <a:xfrm>
              <a:off x="707400" y="2453040"/>
              <a:ext cx="61200" cy="3924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975" h="12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1336;p34"/>
            <p:cNvSpPr/>
            <p:nvPr/>
          </p:nvSpPr>
          <p:spPr>
            <a:xfrm>
              <a:off x="675720" y="2147760"/>
              <a:ext cx="38880" cy="774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264" h="250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337;p34"/>
            <p:cNvSpPr/>
            <p:nvPr/>
          </p:nvSpPr>
          <p:spPr>
            <a:xfrm>
              <a:off x="656640" y="2188800"/>
              <a:ext cx="26640" cy="37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863" h="1225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338;p34"/>
            <p:cNvSpPr/>
            <p:nvPr/>
          </p:nvSpPr>
          <p:spPr>
            <a:xfrm>
              <a:off x="784440" y="2424600"/>
              <a:ext cx="70200" cy="1008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2263" h="325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1339;p34"/>
            <p:cNvSpPr/>
            <p:nvPr/>
          </p:nvSpPr>
          <p:spPr>
            <a:xfrm>
              <a:off x="720720" y="2201760"/>
              <a:ext cx="18720" cy="38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13" h="1238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1340;p34"/>
            <p:cNvSpPr/>
            <p:nvPr/>
          </p:nvSpPr>
          <p:spPr>
            <a:xfrm>
              <a:off x="720360" y="2197800"/>
              <a:ext cx="27000" cy="4248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876" h="13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1341;p34"/>
            <p:cNvSpPr/>
            <p:nvPr/>
          </p:nvSpPr>
          <p:spPr>
            <a:xfrm>
              <a:off x="669600" y="1781640"/>
              <a:ext cx="73800" cy="16416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388" h="5287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1342;p34"/>
            <p:cNvSpPr/>
            <p:nvPr/>
          </p:nvSpPr>
          <p:spPr>
            <a:xfrm>
              <a:off x="709920" y="1790280"/>
              <a:ext cx="80640" cy="7596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600" h="2451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1343;p34"/>
            <p:cNvSpPr/>
            <p:nvPr/>
          </p:nvSpPr>
          <p:spPr>
            <a:xfrm>
              <a:off x="719280" y="1833840"/>
              <a:ext cx="57960" cy="442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876" h="1438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1344;p34"/>
            <p:cNvSpPr/>
            <p:nvPr/>
          </p:nvSpPr>
          <p:spPr>
            <a:xfrm>
              <a:off x="723960" y="1819440"/>
              <a:ext cx="38160" cy="216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238" h="70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1345;p34"/>
            <p:cNvSpPr/>
            <p:nvPr/>
          </p:nvSpPr>
          <p:spPr>
            <a:xfrm>
              <a:off x="711360" y="2125800"/>
              <a:ext cx="88560" cy="684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2862" h="2213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1346;p34"/>
            <p:cNvSpPr/>
            <p:nvPr/>
          </p:nvSpPr>
          <p:spPr>
            <a:xfrm>
              <a:off x="807120" y="2567160"/>
              <a:ext cx="18720" cy="244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613" h="801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1347;p34"/>
            <p:cNvSpPr/>
            <p:nvPr/>
          </p:nvSpPr>
          <p:spPr>
            <a:xfrm>
              <a:off x="823320" y="2571480"/>
              <a:ext cx="7200" cy="205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38" h="676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1348;p34"/>
            <p:cNvSpPr/>
            <p:nvPr/>
          </p:nvSpPr>
          <p:spPr>
            <a:xfrm>
              <a:off x="801000" y="2557440"/>
              <a:ext cx="9000" cy="115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01" h="376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1349;p34"/>
            <p:cNvSpPr/>
            <p:nvPr/>
          </p:nvSpPr>
          <p:spPr>
            <a:xfrm>
              <a:off x="808200" y="2535120"/>
              <a:ext cx="19080" cy="2484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626" h="813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1350;p34"/>
            <p:cNvSpPr/>
            <p:nvPr/>
          </p:nvSpPr>
          <p:spPr>
            <a:xfrm>
              <a:off x="820080" y="2535480"/>
              <a:ext cx="12600" cy="2988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413" h="976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1351;p34"/>
            <p:cNvSpPr/>
            <p:nvPr/>
          </p:nvSpPr>
          <p:spPr>
            <a:xfrm>
              <a:off x="819720" y="2561400"/>
              <a:ext cx="9720" cy="1728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26" h="564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1352;p34"/>
            <p:cNvSpPr/>
            <p:nvPr/>
          </p:nvSpPr>
          <p:spPr>
            <a:xfrm>
              <a:off x="831960" y="2554560"/>
              <a:ext cx="15120" cy="1764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500" h="576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PlaceHolder 1">
            <a:extLst>
              <a:ext uri="{FF2B5EF4-FFF2-40B4-BE49-F238E27FC236}">
                <a16:creationId xmlns:a16="http://schemas.microsoft.com/office/drawing/2014/main" id="{36A67DC9-476B-86A8-1742-C6A0CA1DBE16}"/>
              </a:ext>
            </a:extLst>
          </p:cNvPr>
          <p:cNvSpPr txBox="1">
            <a:spLocks/>
          </p:cNvSpPr>
          <p:nvPr/>
        </p:nvSpPr>
        <p:spPr>
          <a:xfrm>
            <a:off x="1054717" y="3305907"/>
            <a:ext cx="703384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400" noProof="0" dirty="0">
                <a:solidFill>
                  <a:schemeClr val="dk1"/>
                </a:solidFill>
                <a:latin typeface="Libre Baskerville"/>
              </a:rPr>
              <a:t>Aplicación de gestión de administrador y consulta para usuarios</a:t>
            </a:r>
            <a:endParaRPr lang="es-ES" sz="1600" noProof="0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0B1CA38-EA9C-1060-26CE-B967FD95D7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403" y="367323"/>
            <a:ext cx="3880474" cy="2743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3472;p49"/>
          <p:cNvSpPr/>
          <p:nvPr/>
        </p:nvSpPr>
        <p:spPr>
          <a:xfrm>
            <a:off x="4686480" y="762120"/>
            <a:ext cx="3733560" cy="373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866960" rIns="870823080" bIns="186696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ES" sz="18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645806" y="500184"/>
            <a:ext cx="3524040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7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  <a:ea typeface="Libre Baskerville"/>
              </a:rPr>
              <a:t>Índice</a:t>
            </a:r>
            <a:endParaRPr lang="es-ES" sz="27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>
            <a:extLst>
              <a:ext uri="{FF2B5EF4-FFF2-40B4-BE49-F238E27FC236}">
                <a16:creationId xmlns:a16="http://schemas.microsoft.com/office/drawing/2014/main" id="{588C8888-0430-434D-4821-A81FA98E6B43}"/>
              </a:ext>
            </a:extLst>
          </p:cNvPr>
          <p:cNvSpPr txBox="1">
            <a:spLocks/>
          </p:cNvSpPr>
          <p:nvPr/>
        </p:nvSpPr>
        <p:spPr>
          <a:xfrm>
            <a:off x="645806" y="1180079"/>
            <a:ext cx="76865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01.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7" name="PlaceHolder 1">
            <a:extLst>
              <a:ext uri="{FF2B5EF4-FFF2-40B4-BE49-F238E27FC236}">
                <a16:creationId xmlns:a16="http://schemas.microsoft.com/office/drawing/2014/main" id="{EAC61363-6347-A918-7756-C099951FCD46}"/>
              </a:ext>
            </a:extLst>
          </p:cNvPr>
          <p:cNvSpPr txBox="1">
            <a:spLocks/>
          </p:cNvSpPr>
          <p:nvPr/>
        </p:nvSpPr>
        <p:spPr>
          <a:xfrm>
            <a:off x="1298321" y="1436793"/>
            <a:ext cx="295715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dk1"/>
                </a:solidFill>
                <a:latin typeface="Arial"/>
              </a:rPr>
              <a:t>Justificación del proyecto</a:t>
            </a:r>
          </a:p>
        </p:txBody>
      </p:sp>
      <p:sp>
        <p:nvSpPr>
          <p:cNvPr id="30" name="PlaceHolder 1">
            <a:extLst>
              <a:ext uri="{FF2B5EF4-FFF2-40B4-BE49-F238E27FC236}">
                <a16:creationId xmlns:a16="http://schemas.microsoft.com/office/drawing/2014/main" id="{BE51D3A0-F1EE-4393-D3BA-3513627032A6}"/>
              </a:ext>
            </a:extLst>
          </p:cNvPr>
          <p:cNvSpPr txBox="1">
            <a:spLocks/>
          </p:cNvSpPr>
          <p:nvPr/>
        </p:nvSpPr>
        <p:spPr>
          <a:xfrm>
            <a:off x="645806" y="1925537"/>
            <a:ext cx="76865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02.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1">
            <a:extLst>
              <a:ext uri="{FF2B5EF4-FFF2-40B4-BE49-F238E27FC236}">
                <a16:creationId xmlns:a16="http://schemas.microsoft.com/office/drawing/2014/main" id="{B03D892C-CBDE-83B8-498F-6115B35D4EA2}"/>
              </a:ext>
            </a:extLst>
          </p:cNvPr>
          <p:cNvSpPr txBox="1">
            <a:spLocks/>
          </p:cNvSpPr>
          <p:nvPr/>
        </p:nvSpPr>
        <p:spPr>
          <a:xfrm>
            <a:off x="645806" y="2670995"/>
            <a:ext cx="76865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03.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1">
            <a:extLst>
              <a:ext uri="{FF2B5EF4-FFF2-40B4-BE49-F238E27FC236}">
                <a16:creationId xmlns:a16="http://schemas.microsoft.com/office/drawing/2014/main" id="{4B471767-0267-12F4-6B72-4510407AE017}"/>
              </a:ext>
            </a:extLst>
          </p:cNvPr>
          <p:cNvSpPr txBox="1">
            <a:spLocks/>
          </p:cNvSpPr>
          <p:nvPr/>
        </p:nvSpPr>
        <p:spPr>
          <a:xfrm>
            <a:off x="645806" y="3416453"/>
            <a:ext cx="76865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04.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1">
            <a:extLst>
              <a:ext uri="{FF2B5EF4-FFF2-40B4-BE49-F238E27FC236}">
                <a16:creationId xmlns:a16="http://schemas.microsoft.com/office/drawing/2014/main" id="{9688B099-9CE2-38DE-DFAF-4FFA4DABF725}"/>
              </a:ext>
            </a:extLst>
          </p:cNvPr>
          <p:cNvSpPr txBox="1">
            <a:spLocks/>
          </p:cNvSpPr>
          <p:nvPr/>
        </p:nvSpPr>
        <p:spPr>
          <a:xfrm>
            <a:off x="4686480" y="1180079"/>
            <a:ext cx="76865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05.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1">
            <a:extLst>
              <a:ext uri="{FF2B5EF4-FFF2-40B4-BE49-F238E27FC236}">
                <a16:creationId xmlns:a16="http://schemas.microsoft.com/office/drawing/2014/main" id="{73DFE96B-6C35-67D5-A8E9-61C3E2C9173A}"/>
              </a:ext>
            </a:extLst>
          </p:cNvPr>
          <p:cNvSpPr txBox="1">
            <a:spLocks/>
          </p:cNvSpPr>
          <p:nvPr/>
        </p:nvSpPr>
        <p:spPr>
          <a:xfrm>
            <a:off x="4686480" y="1925537"/>
            <a:ext cx="76865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06.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1">
            <a:extLst>
              <a:ext uri="{FF2B5EF4-FFF2-40B4-BE49-F238E27FC236}">
                <a16:creationId xmlns:a16="http://schemas.microsoft.com/office/drawing/2014/main" id="{33AFE95F-6F3D-4F8D-FDD7-9FA87FF90044}"/>
              </a:ext>
            </a:extLst>
          </p:cNvPr>
          <p:cNvSpPr txBox="1">
            <a:spLocks/>
          </p:cNvSpPr>
          <p:nvPr/>
        </p:nvSpPr>
        <p:spPr>
          <a:xfrm>
            <a:off x="4686480" y="2670995"/>
            <a:ext cx="76865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07.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1">
            <a:extLst>
              <a:ext uri="{FF2B5EF4-FFF2-40B4-BE49-F238E27FC236}">
                <a16:creationId xmlns:a16="http://schemas.microsoft.com/office/drawing/2014/main" id="{7D921C40-2E0C-9AD8-816C-84742F0A6F76}"/>
              </a:ext>
            </a:extLst>
          </p:cNvPr>
          <p:cNvSpPr txBox="1">
            <a:spLocks/>
          </p:cNvSpPr>
          <p:nvPr/>
        </p:nvSpPr>
        <p:spPr>
          <a:xfrm>
            <a:off x="4686480" y="3416453"/>
            <a:ext cx="76865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08.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37" name="Google Shape;892;p34">
            <a:extLst>
              <a:ext uri="{FF2B5EF4-FFF2-40B4-BE49-F238E27FC236}">
                <a16:creationId xmlns:a16="http://schemas.microsoft.com/office/drawing/2014/main" id="{D203B728-0C48-2A7C-A4C2-FA7581B731F1}"/>
              </a:ext>
            </a:extLst>
          </p:cNvPr>
          <p:cNvGrpSpPr/>
          <p:nvPr/>
        </p:nvGrpSpPr>
        <p:grpSpPr>
          <a:xfrm rot="5400000">
            <a:off x="2796855" y="2642006"/>
            <a:ext cx="3315601" cy="391748"/>
            <a:chOff x="2360880" y="3521880"/>
            <a:chExt cx="4421520" cy="588960"/>
          </a:xfrm>
        </p:grpSpPr>
        <p:cxnSp>
          <p:nvCxnSpPr>
            <p:cNvPr id="38" name="Google Shape;893;p34">
              <a:extLst>
                <a:ext uri="{FF2B5EF4-FFF2-40B4-BE49-F238E27FC236}">
                  <a16:creationId xmlns:a16="http://schemas.microsoft.com/office/drawing/2014/main" id="{5E744DFA-D483-6768-F82C-0A55F13CA856}"/>
                </a:ext>
              </a:extLst>
            </p:cNvPr>
            <p:cNvCxnSpPr/>
            <p:nvPr/>
          </p:nvCxnSpPr>
          <p:spPr>
            <a:xfrm>
              <a:off x="2360880" y="3521880"/>
              <a:ext cx="4421880" cy="360"/>
            </a:xfrm>
            <a:prstGeom prst="straightConnector1">
              <a:avLst/>
            </a:prstGeom>
            <a:ln w="9525">
              <a:solidFill>
                <a:srgbClr val="35240A"/>
              </a:solidFill>
              <a:round/>
            </a:ln>
          </p:spPr>
        </p:cxnSp>
        <p:cxnSp>
          <p:nvCxnSpPr>
            <p:cNvPr id="39" name="Google Shape;894;p34">
              <a:extLst>
                <a:ext uri="{FF2B5EF4-FFF2-40B4-BE49-F238E27FC236}">
                  <a16:creationId xmlns:a16="http://schemas.microsoft.com/office/drawing/2014/main" id="{A5BA7875-86E5-C65E-624D-2E5E59A4BB19}"/>
                </a:ext>
              </a:extLst>
            </p:cNvPr>
            <p:cNvCxnSpPr/>
            <p:nvPr/>
          </p:nvCxnSpPr>
          <p:spPr>
            <a:xfrm>
              <a:off x="2360880" y="4110840"/>
              <a:ext cx="4421880" cy="360"/>
            </a:xfrm>
            <a:prstGeom prst="straightConnector1">
              <a:avLst/>
            </a:prstGeom>
            <a:ln w="9525">
              <a:solidFill>
                <a:srgbClr val="35240A"/>
              </a:solidFill>
              <a:round/>
            </a:ln>
          </p:spPr>
        </p:cxnSp>
      </p:grpSp>
      <p:sp>
        <p:nvSpPr>
          <p:cNvPr id="43" name="PlaceHolder 1">
            <a:extLst>
              <a:ext uri="{FF2B5EF4-FFF2-40B4-BE49-F238E27FC236}">
                <a16:creationId xmlns:a16="http://schemas.microsoft.com/office/drawing/2014/main" id="{34223FF5-BF5D-A850-8EF3-5B90E4A67A81}"/>
              </a:ext>
            </a:extLst>
          </p:cNvPr>
          <p:cNvSpPr txBox="1">
            <a:spLocks/>
          </p:cNvSpPr>
          <p:nvPr/>
        </p:nvSpPr>
        <p:spPr>
          <a:xfrm>
            <a:off x="1298321" y="2171590"/>
            <a:ext cx="295715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dk1"/>
                </a:solidFill>
                <a:latin typeface="Arial"/>
              </a:rPr>
              <a:t>Público objetivo</a:t>
            </a:r>
          </a:p>
        </p:txBody>
      </p:sp>
      <p:sp>
        <p:nvSpPr>
          <p:cNvPr id="44" name="PlaceHolder 1">
            <a:extLst>
              <a:ext uri="{FF2B5EF4-FFF2-40B4-BE49-F238E27FC236}">
                <a16:creationId xmlns:a16="http://schemas.microsoft.com/office/drawing/2014/main" id="{372C9696-3131-46A2-C21A-1AF10C6EFDD6}"/>
              </a:ext>
            </a:extLst>
          </p:cNvPr>
          <p:cNvSpPr txBox="1">
            <a:spLocks/>
          </p:cNvSpPr>
          <p:nvPr/>
        </p:nvSpPr>
        <p:spPr>
          <a:xfrm>
            <a:off x="1298320" y="2898062"/>
            <a:ext cx="295715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dk1"/>
                </a:solidFill>
                <a:latin typeface="Arial"/>
              </a:rPr>
              <a:t>Análisis DAFO</a:t>
            </a:r>
          </a:p>
        </p:txBody>
      </p:sp>
      <p:sp>
        <p:nvSpPr>
          <p:cNvPr id="45" name="PlaceHolder 1">
            <a:extLst>
              <a:ext uri="{FF2B5EF4-FFF2-40B4-BE49-F238E27FC236}">
                <a16:creationId xmlns:a16="http://schemas.microsoft.com/office/drawing/2014/main" id="{74588153-A3FB-0935-CD44-DB5DA970EAD9}"/>
              </a:ext>
            </a:extLst>
          </p:cNvPr>
          <p:cNvSpPr txBox="1">
            <a:spLocks/>
          </p:cNvSpPr>
          <p:nvPr/>
        </p:nvSpPr>
        <p:spPr>
          <a:xfrm>
            <a:off x="1298319" y="3666009"/>
            <a:ext cx="295715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dk1"/>
                </a:solidFill>
                <a:latin typeface="Arial"/>
              </a:rPr>
              <a:t>El producto. Packs</a:t>
            </a:r>
          </a:p>
        </p:txBody>
      </p:sp>
      <p:sp>
        <p:nvSpPr>
          <p:cNvPr id="46" name="PlaceHolder 1">
            <a:extLst>
              <a:ext uri="{FF2B5EF4-FFF2-40B4-BE49-F238E27FC236}">
                <a16:creationId xmlns:a16="http://schemas.microsoft.com/office/drawing/2014/main" id="{BA203882-52FC-B7A2-81B0-105A8D97F104}"/>
              </a:ext>
            </a:extLst>
          </p:cNvPr>
          <p:cNvSpPr txBox="1">
            <a:spLocks/>
          </p:cNvSpPr>
          <p:nvPr/>
        </p:nvSpPr>
        <p:spPr>
          <a:xfrm>
            <a:off x="5311521" y="1436793"/>
            <a:ext cx="295715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dk1"/>
                </a:solidFill>
                <a:latin typeface="Arial"/>
              </a:rPr>
              <a:t>Financiación</a:t>
            </a:r>
          </a:p>
        </p:txBody>
      </p:sp>
      <p:sp>
        <p:nvSpPr>
          <p:cNvPr id="47" name="PlaceHolder 1">
            <a:extLst>
              <a:ext uri="{FF2B5EF4-FFF2-40B4-BE49-F238E27FC236}">
                <a16:creationId xmlns:a16="http://schemas.microsoft.com/office/drawing/2014/main" id="{838E82A3-F416-3E5A-BC7C-359B70F49969}"/>
              </a:ext>
            </a:extLst>
          </p:cNvPr>
          <p:cNvSpPr txBox="1">
            <a:spLocks/>
          </p:cNvSpPr>
          <p:nvPr/>
        </p:nvSpPr>
        <p:spPr>
          <a:xfrm>
            <a:off x="5311521" y="2171590"/>
            <a:ext cx="295715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600" dirty="0">
                <a:solidFill>
                  <a:schemeClr val="dk1"/>
                </a:solidFill>
                <a:latin typeface="Arial"/>
              </a:rPr>
              <a:t>Aplicación y arquitectura</a:t>
            </a:r>
            <a:endParaRPr lang="es-ES" sz="1600" noProof="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1">
            <a:extLst>
              <a:ext uri="{FF2B5EF4-FFF2-40B4-BE49-F238E27FC236}">
                <a16:creationId xmlns:a16="http://schemas.microsoft.com/office/drawing/2014/main" id="{A6154708-6D03-F9A6-4A0A-47F028EB9E50}"/>
              </a:ext>
            </a:extLst>
          </p:cNvPr>
          <p:cNvSpPr txBox="1">
            <a:spLocks/>
          </p:cNvSpPr>
          <p:nvPr/>
        </p:nvSpPr>
        <p:spPr>
          <a:xfrm>
            <a:off x="5311520" y="2898062"/>
            <a:ext cx="295715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dk1"/>
                </a:solidFill>
                <a:latin typeface="Arial"/>
              </a:rPr>
              <a:t>Mejoras a futuro</a:t>
            </a:r>
          </a:p>
        </p:txBody>
      </p:sp>
      <p:sp>
        <p:nvSpPr>
          <p:cNvPr id="49" name="PlaceHolder 1">
            <a:extLst>
              <a:ext uri="{FF2B5EF4-FFF2-40B4-BE49-F238E27FC236}">
                <a16:creationId xmlns:a16="http://schemas.microsoft.com/office/drawing/2014/main" id="{66AD3B9B-C518-1AE0-7198-01348513C8D8}"/>
              </a:ext>
            </a:extLst>
          </p:cNvPr>
          <p:cNvSpPr txBox="1">
            <a:spLocks/>
          </p:cNvSpPr>
          <p:nvPr/>
        </p:nvSpPr>
        <p:spPr>
          <a:xfrm>
            <a:off x="5311519" y="3666009"/>
            <a:ext cx="2957156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dk1"/>
                </a:solidFill>
                <a:latin typeface="Arial"/>
              </a:rPr>
              <a:t>Agradecimientos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ángulo 516"/>
          <p:cNvSpPr/>
          <p:nvPr/>
        </p:nvSpPr>
        <p:spPr>
          <a:xfrm>
            <a:off x="523172" y="496397"/>
            <a:ext cx="2285640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000" b="1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s-ES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8" name="Rectángulo 517"/>
          <p:cNvSpPr/>
          <p:nvPr/>
        </p:nvSpPr>
        <p:spPr>
          <a:xfrm>
            <a:off x="1490107" y="608225"/>
            <a:ext cx="6778569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40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</a:rPr>
              <a:t>Justificación del proyecto</a:t>
            </a:r>
            <a:endParaRPr lang="es-ES" sz="4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F2D0C058-D62D-FAB9-728A-543645B436ED}"/>
              </a:ext>
            </a:extLst>
          </p:cNvPr>
          <p:cNvSpPr txBox="1">
            <a:spLocks/>
          </p:cNvSpPr>
          <p:nvPr/>
        </p:nvSpPr>
        <p:spPr>
          <a:xfrm>
            <a:off x="872691" y="2581770"/>
            <a:ext cx="1220636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2013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D4899F4-A07E-71F5-56B3-9DA5E01FFAA0}"/>
              </a:ext>
            </a:extLst>
          </p:cNvPr>
          <p:cNvCxnSpPr/>
          <p:nvPr/>
        </p:nvCxnSpPr>
        <p:spPr>
          <a:xfrm>
            <a:off x="1055077" y="3731099"/>
            <a:ext cx="5822461" cy="101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A05CE1E-561D-0B88-38B6-BBD38889F5A7}"/>
              </a:ext>
            </a:extLst>
          </p:cNvPr>
          <p:cNvCxnSpPr>
            <a:cxnSpLocks/>
          </p:cNvCxnSpPr>
          <p:nvPr/>
        </p:nvCxnSpPr>
        <p:spPr>
          <a:xfrm>
            <a:off x="764472" y="3285133"/>
            <a:ext cx="762143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2F664E81-F271-8EF7-2690-6FC5B13724E4}"/>
              </a:ext>
            </a:extLst>
          </p:cNvPr>
          <p:cNvSpPr/>
          <p:nvPr/>
        </p:nvSpPr>
        <p:spPr>
          <a:xfrm>
            <a:off x="724198" y="3210887"/>
            <a:ext cx="148493" cy="1484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D6EF49A3-A52A-5403-1794-E212481C5A6D}"/>
              </a:ext>
            </a:extLst>
          </p:cNvPr>
          <p:cNvSpPr/>
          <p:nvPr/>
        </p:nvSpPr>
        <p:spPr>
          <a:xfrm>
            <a:off x="3854259" y="3210886"/>
            <a:ext cx="148493" cy="1484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32F4205B-BA49-5DF6-7C25-85BF3D68F31D}"/>
              </a:ext>
            </a:extLst>
          </p:cNvPr>
          <p:cNvSpPr/>
          <p:nvPr/>
        </p:nvSpPr>
        <p:spPr>
          <a:xfrm>
            <a:off x="6874906" y="3210886"/>
            <a:ext cx="148493" cy="1484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PlaceHolder 1">
            <a:extLst>
              <a:ext uri="{FF2B5EF4-FFF2-40B4-BE49-F238E27FC236}">
                <a16:creationId xmlns:a16="http://schemas.microsoft.com/office/drawing/2014/main" id="{2925007B-1F64-599E-1AB4-4B22E917173F}"/>
              </a:ext>
            </a:extLst>
          </p:cNvPr>
          <p:cNvSpPr txBox="1">
            <a:spLocks/>
          </p:cNvSpPr>
          <p:nvPr/>
        </p:nvSpPr>
        <p:spPr>
          <a:xfrm>
            <a:off x="3783921" y="2561731"/>
            <a:ext cx="1220636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2022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1">
            <a:extLst>
              <a:ext uri="{FF2B5EF4-FFF2-40B4-BE49-F238E27FC236}">
                <a16:creationId xmlns:a16="http://schemas.microsoft.com/office/drawing/2014/main" id="{1430B3F1-5800-F2CC-7A28-1E00DA0AC36B}"/>
              </a:ext>
            </a:extLst>
          </p:cNvPr>
          <p:cNvSpPr txBox="1">
            <a:spLocks/>
          </p:cNvSpPr>
          <p:nvPr/>
        </p:nvSpPr>
        <p:spPr>
          <a:xfrm>
            <a:off x="6839657" y="2571750"/>
            <a:ext cx="1220636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2025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1">
            <a:extLst>
              <a:ext uri="{FF2B5EF4-FFF2-40B4-BE49-F238E27FC236}">
                <a16:creationId xmlns:a16="http://schemas.microsoft.com/office/drawing/2014/main" id="{7A46F80F-FCFF-2701-35DC-421FE79CEDA9}"/>
              </a:ext>
            </a:extLst>
          </p:cNvPr>
          <p:cNvSpPr txBox="1">
            <a:spLocks/>
          </p:cNvSpPr>
          <p:nvPr/>
        </p:nvSpPr>
        <p:spPr>
          <a:xfrm>
            <a:off x="523172" y="1580303"/>
            <a:ext cx="3134428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dk1"/>
                </a:solidFill>
                <a:latin typeface="Arial"/>
              </a:rPr>
              <a:t>¿Qué es </a:t>
            </a:r>
            <a:r>
              <a:rPr lang="es-ES" sz="2400" noProof="0" dirty="0">
                <a:solidFill>
                  <a:schemeClr val="dk1"/>
                </a:solidFill>
                <a:latin typeface="Arial"/>
              </a:rPr>
              <a:t>Ether &amp; </a:t>
            </a:r>
            <a:r>
              <a:rPr lang="es-ES" sz="2400" noProof="0" dirty="0" err="1">
                <a:solidFill>
                  <a:schemeClr val="dk1"/>
                </a:solidFill>
                <a:latin typeface="Arial"/>
              </a:rPr>
              <a:t>SteamBoys</a:t>
            </a:r>
            <a:r>
              <a:rPr lang="es-ES" sz="1600" noProof="0" dirty="0">
                <a:solidFill>
                  <a:schemeClr val="dk1"/>
                </a:solidFill>
                <a:latin typeface="Arial"/>
              </a:rPr>
              <a:t>?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9C7A3F2-5414-6C3D-D536-F8FA52D29444}"/>
              </a:ext>
            </a:extLst>
          </p:cNvPr>
          <p:cNvSpPr/>
          <p:nvPr/>
        </p:nvSpPr>
        <p:spPr>
          <a:xfrm>
            <a:off x="798444" y="3379419"/>
            <a:ext cx="1599363" cy="13800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Nace </a:t>
            </a:r>
            <a:r>
              <a:rPr lang="es-ES" sz="1400" b="1" u="none" strike="noStrike" noProof="0" dirty="0" err="1">
                <a:solidFill>
                  <a:schemeClr val="dk1"/>
                </a:solidFill>
                <a:effectLst/>
                <a:uFillTx/>
                <a:latin typeface="Source Sans 3"/>
              </a:rPr>
              <a:t>Ether&amp;SteamBoys</a:t>
            </a:r>
            <a:r>
              <a:rPr lang="es-ES" sz="1400" b="1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 </a:t>
            </a: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como juego de rol de tablero.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ABD8340-F633-06D7-EBAE-308746560A12}"/>
              </a:ext>
            </a:extLst>
          </p:cNvPr>
          <p:cNvSpPr/>
          <p:nvPr/>
        </p:nvSpPr>
        <p:spPr>
          <a:xfrm>
            <a:off x="3772318" y="3379419"/>
            <a:ext cx="1599363" cy="13800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Se crea </a:t>
            </a:r>
            <a:r>
              <a:rPr lang="es-ES" sz="1400" b="1" u="none" strike="noStrike" noProof="0" dirty="0" err="1">
                <a:solidFill>
                  <a:schemeClr val="dk1"/>
                </a:solidFill>
                <a:effectLst/>
                <a:uFillTx/>
                <a:latin typeface="Source Sans 3"/>
              </a:rPr>
              <a:t>Ether&amp;Steamboys</a:t>
            </a:r>
            <a:r>
              <a:rPr lang="es-ES" sz="1400" b="1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: Legacy</a:t>
            </a: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, un juego de cartas basado en el anterior.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0F4779F-277F-2E5D-00B4-9CD84E7931F5}"/>
              </a:ext>
            </a:extLst>
          </p:cNvPr>
          <p:cNvSpPr/>
          <p:nvPr/>
        </p:nvSpPr>
        <p:spPr>
          <a:xfrm>
            <a:off x="6874906" y="3433625"/>
            <a:ext cx="1599363" cy="13800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Comienza el proyecto de creación de </a:t>
            </a:r>
            <a:r>
              <a:rPr lang="es-ES" sz="1400" b="0" i="1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Companion App</a:t>
            </a: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 para E&amp;S: Legacy.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65F7CC4-62DC-0D0C-0A06-51346ECA08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579" y="3258370"/>
            <a:ext cx="2185055" cy="15445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78AE350-2412-4BF1-1603-9888B19CCB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232" y="3230318"/>
            <a:ext cx="2264422" cy="1600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53694-1C2F-EC92-BBFA-D9EB352C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1409F69-F95F-115C-594D-1FD7CB1A3B28}"/>
              </a:ext>
            </a:extLst>
          </p:cNvPr>
          <p:cNvSpPr/>
          <p:nvPr/>
        </p:nvSpPr>
        <p:spPr>
          <a:xfrm>
            <a:off x="4360985" y="1274585"/>
            <a:ext cx="4189046" cy="3260690"/>
          </a:xfrm>
          <a:prstGeom prst="roundRect">
            <a:avLst>
              <a:gd name="adj" fmla="val 3244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7" name="Rectángulo 516">
            <a:extLst>
              <a:ext uri="{FF2B5EF4-FFF2-40B4-BE49-F238E27FC236}">
                <a16:creationId xmlns:a16="http://schemas.microsoft.com/office/drawing/2014/main" id="{410EFC93-6187-D22D-36A4-2FA724A91B40}"/>
              </a:ext>
            </a:extLst>
          </p:cNvPr>
          <p:cNvSpPr/>
          <p:nvPr/>
        </p:nvSpPr>
        <p:spPr>
          <a:xfrm>
            <a:off x="523172" y="496397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000" b="1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s-ES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8" name="Rectángulo 517">
            <a:extLst>
              <a:ext uri="{FF2B5EF4-FFF2-40B4-BE49-F238E27FC236}">
                <a16:creationId xmlns:a16="http://schemas.microsoft.com/office/drawing/2014/main" id="{A2FBD5D7-9AD7-D481-E5D7-9FD1DD794D72}"/>
              </a:ext>
            </a:extLst>
          </p:cNvPr>
          <p:cNvSpPr/>
          <p:nvPr/>
        </p:nvSpPr>
        <p:spPr>
          <a:xfrm>
            <a:off x="1490107" y="608225"/>
            <a:ext cx="6778569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40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</a:rPr>
              <a:t>Público objetivo</a:t>
            </a:r>
            <a:endParaRPr lang="es-ES" sz="4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B2A584C-EB3D-EFF1-D88E-5A228FA34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423" y="1386413"/>
            <a:ext cx="3886537" cy="3048264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3D45584B-D5BA-68B0-FAC5-02CD35CA407E}"/>
              </a:ext>
            </a:extLst>
          </p:cNvPr>
          <p:cNvSpPr/>
          <p:nvPr/>
        </p:nvSpPr>
        <p:spPr>
          <a:xfrm>
            <a:off x="679480" y="1449643"/>
            <a:ext cx="3238200" cy="10832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6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Jugadores de </a:t>
            </a:r>
            <a:r>
              <a:rPr lang="es-ES" sz="1600" dirty="0">
                <a:solidFill>
                  <a:schemeClr val="dk1"/>
                </a:solidFill>
                <a:latin typeface="Source Sans 3"/>
              </a:rPr>
              <a:t>juegos de rol de tablero (TTRPG) y jugadores de juegos de mesa.</a:t>
            </a:r>
            <a:endParaRPr lang="es-ES" sz="16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6395AAE-BDA8-2833-1165-044015786413}"/>
              </a:ext>
            </a:extLst>
          </p:cNvPr>
          <p:cNvSpPr/>
          <p:nvPr/>
        </p:nvSpPr>
        <p:spPr>
          <a:xfrm>
            <a:off x="753040" y="2610609"/>
            <a:ext cx="3238200" cy="16956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Y entre ellos:</a:t>
            </a: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Jugadores</a:t>
            </a: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 </a:t>
            </a:r>
            <a:r>
              <a:rPr lang="es-ES" sz="1400" b="1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casuales</a:t>
            </a:r>
            <a:r>
              <a:rPr lang="es-ES" sz="1400" b="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: Analógico o híbrido (analógico + digital)</a:t>
            </a:r>
          </a:p>
          <a:p>
            <a:pPr marL="285750" indent="-2857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ES" sz="1400" b="1" u="none" strike="noStrike" noProof="0" dirty="0" err="1">
                <a:solidFill>
                  <a:schemeClr val="dk1"/>
                </a:solidFill>
                <a:effectLst/>
                <a:uFillTx/>
                <a:latin typeface="Source Sans 3"/>
              </a:rPr>
              <a:t>Coleccion</a:t>
            </a:r>
            <a:r>
              <a:rPr lang="es-ES" sz="1400" b="1" dirty="0" err="1">
                <a:solidFill>
                  <a:schemeClr val="dk1"/>
                </a:solidFill>
                <a:latin typeface="Source Sans 3"/>
              </a:rPr>
              <a:t>istas</a:t>
            </a:r>
            <a:r>
              <a:rPr lang="es-ES" sz="1400" dirty="0">
                <a:solidFill>
                  <a:schemeClr val="dk1"/>
                </a:solidFill>
                <a:latin typeface="Source Sans 3"/>
              </a:rPr>
              <a:t>: Packs de lujo y coleccionar distintos juegos y manuales.</a:t>
            </a:r>
            <a:endParaRPr lang="es-ES" sz="14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05063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2F4C-7C4A-2FD9-632A-4F9FF6D4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B6EA687-3464-853F-A3DC-56FEFE285A70}"/>
              </a:ext>
            </a:extLst>
          </p:cNvPr>
          <p:cNvSpPr/>
          <p:nvPr/>
        </p:nvSpPr>
        <p:spPr>
          <a:xfrm>
            <a:off x="1522186" y="1148561"/>
            <a:ext cx="6246856" cy="3569831"/>
          </a:xfrm>
          <a:prstGeom prst="roundRect">
            <a:avLst>
              <a:gd name="adj" fmla="val 3244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7" name="Rectángulo 516">
            <a:extLst>
              <a:ext uri="{FF2B5EF4-FFF2-40B4-BE49-F238E27FC236}">
                <a16:creationId xmlns:a16="http://schemas.microsoft.com/office/drawing/2014/main" id="{22E2A048-B49F-0F8C-96DA-9ABB3A7549B2}"/>
              </a:ext>
            </a:extLst>
          </p:cNvPr>
          <p:cNvSpPr/>
          <p:nvPr/>
        </p:nvSpPr>
        <p:spPr>
          <a:xfrm>
            <a:off x="523172" y="496397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000" b="1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03</a:t>
            </a:r>
            <a:endParaRPr lang="es-ES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8" name="Rectángulo 517">
            <a:extLst>
              <a:ext uri="{FF2B5EF4-FFF2-40B4-BE49-F238E27FC236}">
                <a16:creationId xmlns:a16="http://schemas.microsoft.com/office/drawing/2014/main" id="{A62B06CE-F157-9142-890F-95C2D8910494}"/>
              </a:ext>
            </a:extLst>
          </p:cNvPr>
          <p:cNvSpPr/>
          <p:nvPr/>
        </p:nvSpPr>
        <p:spPr>
          <a:xfrm>
            <a:off x="1490107" y="608225"/>
            <a:ext cx="6778569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40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</a:rPr>
              <a:t>Análisis DAFO</a:t>
            </a:r>
            <a:endParaRPr lang="es-ES" sz="4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7C3B24-2C26-46E2-24CD-D2FA8FD92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534" y="1264086"/>
            <a:ext cx="5994359" cy="338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901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10CF-FDFF-02A9-3759-DB836BB19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ángulo 516">
            <a:extLst>
              <a:ext uri="{FF2B5EF4-FFF2-40B4-BE49-F238E27FC236}">
                <a16:creationId xmlns:a16="http://schemas.microsoft.com/office/drawing/2014/main" id="{D203F654-89F3-068F-FB5F-695473E88EF4}"/>
              </a:ext>
            </a:extLst>
          </p:cNvPr>
          <p:cNvSpPr/>
          <p:nvPr/>
        </p:nvSpPr>
        <p:spPr>
          <a:xfrm>
            <a:off x="523172" y="496397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000" b="1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04</a:t>
            </a:r>
            <a:endParaRPr lang="es-ES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8" name="Rectángulo 517">
            <a:extLst>
              <a:ext uri="{FF2B5EF4-FFF2-40B4-BE49-F238E27FC236}">
                <a16:creationId xmlns:a16="http://schemas.microsoft.com/office/drawing/2014/main" id="{56C31E33-985F-0ED1-82DB-29A15B37FB2D}"/>
              </a:ext>
            </a:extLst>
          </p:cNvPr>
          <p:cNvSpPr/>
          <p:nvPr/>
        </p:nvSpPr>
        <p:spPr>
          <a:xfrm>
            <a:off x="1490107" y="608225"/>
            <a:ext cx="6778569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40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</a:rPr>
              <a:t>Producto y packs</a:t>
            </a:r>
            <a:endParaRPr lang="es-ES" sz="4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79D9F11-079B-1F8D-76B7-718447EC7E47}"/>
              </a:ext>
            </a:extLst>
          </p:cNvPr>
          <p:cNvSpPr/>
          <p:nvPr/>
        </p:nvSpPr>
        <p:spPr>
          <a:xfrm>
            <a:off x="709386" y="1469999"/>
            <a:ext cx="2253561" cy="3177104"/>
          </a:xfrm>
          <a:prstGeom prst="roundRect">
            <a:avLst>
              <a:gd name="adj" fmla="val 3244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9BD5FDD-2D9D-D21C-2D64-53446BF3CB43}"/>
              </a:ext>
            </a:extLst>
          </p:cNvPr>
          <p:cNvSpPr/>
          <p:nvPr/>
        </p:nvSpPr>
        <p:spPr>
          <a:xfrm>
            <a:off x="3378338" y="1469999"/>
            <a:ext cx="2253561" cy="3177104"/>
          </a:xfrm>
          <a:prstGeom prst="roundRect">
            <a:avLst>
              <a:gd name="adj" fmla="val 3244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18B3318-A5C7-9A86-FFF9-0691131FE6A7}"/>
              </a:ext>
            </a:extLst>
          </p:cNvPr>
          <p:cNvSpPr/>
          <p:nvPr/>
        </p:nvSpPr>
        <p:spPr>
          <a:xfrm>
            <a:off x="6046375" y="1469999"/>
            <a:ext cx="2253561" cy="3177104"/>
          </a:xfrm>
          <a:prstGeom prst="roundRect">
            <a:avLst>
              <a:gd name="adj" fmla="val 3244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08D45583-32C5-C449-753D-F27A49CA8397}"/>
              </a:ext>
            </a:extLst>
          </p:cNvPr>
          <p:cNvSpPr txBox="1">
            <a:spLocks/>
          </p:cNvSpPr>
          <p:nvPr/>
        </p:nvSpPr>
        <p:spPr>
          <a:xfrm>
            <a:off x="709386" y="1553585"/>
            <a:ext cx="2253561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bg1">
                    <a:lumMod val="90000"/>
                  </a:schemeClr>
                </a:solidFill>
                <a:latin typeface="Arial"/>
              </a:rPr>
              <a:t>Pack de Lujo</a:t>
            </a:r>
          </a:p>
        </p:txBody>
      </p:sp>
      <p:sp>
        <p:nvSpPr>
          <p:cNvPr id="7" name="PlaceHolder 1">
            <a:extLst>
              <a:ext uri="{FF2B5EF4-FFF2-40B4-BE49-F238E27FC236}">
                <a16:creationId xmlns:a16="http://schemas.microsoft.com/office/drawing/2014/main" id="{97B583DA-B079-B399-B0EE-87104E0788FA}"/>
              </a:ext>
            </a:extLst>
          </p:cNvPr>
          <p:cNvSpPr txBox="1">
            <a:spLocks/>
          </p:cNvSpPr>
          <p:nvPr/>
        </p:nvSpPr>
        <p:spPr>
          <a:xfrm>
            <a:off x="3377423" y="1553585"/>
            <a:ext cx="2253561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bg1">
                    <a:lumMod val="90000"/>
                  </a:schemeClr>
                </a:solidFill>
                <a:latin typeface="Arial"/>
              </a:rPr>
              <a:t>Pack de manual E&amp;S</a:t>
            </a:r>
          </a:p>
        </p:txBody>
      </p:sp>
      <p:sp>
        <p:nvSpPr>
          <p:cNvPr id="8" name="PlaceHolder 1">
            <a:extLst>
              <a:ext uri="{FF2B5EF4-FFF2-40B4-BE49-F238E27FC236}">
                <a16:creationId xmlns:a16="http://schemas.microsoft.com/office/drawing/2014/main" id="{BC0317CF-70C5-C5DE-B806-CB2F779F6AAF}"/>
              </a:ext>
            </a:extLst>
          </p:cNvPr>
          <p:cNvSpPr txBox="1">
            <a:spLocks/>
          </p:cNvSpPr>
          <p:nvPr/>
        </p:nvSpPr>
        <p:spPr>
          <a:xfrm>
            <a:off x="6015115" y="1553585"/>
            <a:ext cx="2253561" cy="39174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600" noProof="0" dirty="0">
                <a:solidFill>
                  <a:schemeClr val="bg1">
                    <a:lumMod val="90000"/>
                  </a:schemeClr>
                </a:solidFill>
                <a:latin typeface="Arial"/>
              </a:rPr>
              <a:t>Pack de </a:t>
            </a:r>
            <a:r>
              <a:rPr lang="es-ES" sz="1600" dirty="0">
                <a:solidFill>
                  <a:schemeClr val="bg1">
                    <a:lumMod val="90000"/>
                  </a:schemeClr>
                </a:solidFill>
                <a:latin typeface="Arial"/>
              </a:rPr>
              <a:t>Juego de Cartas</a:t>
            </a:r>
            <a:endParaRPr lang="es-ES" sz="1600" noProof="0" dirty="0">
              <a:solidFill>
                <a:schemeClr val="bg1">
                  <a:lumMod val="90000"/>
                </a:schemeClr>
              </a:solidFill>
              <a:latin typeface="Arial"/>
            </a:endParaRPr>
          </a:p>
        </p:txBody>
      </p:sp>
      <p:sp>
        <p:nvSpPr>
          <p:cNvPr id="10" name="PlaceHolder 1">
            <a:extLst>
              <a:ext uri="{FF2B5EF4-FFF2-40B4-BE49-F238E27FC236}">
                <a16:creationId xmlns:a16="http://schemas.microsoft.com/office/drawing/2014/main" id="{6300CAE8-F097-722A-11F2-681380E660E1}"/>
              </a:ext>
            </a:extLst>
          </p:cNvPr>
          <p:cNvSpPr txBox="1">
            <a:spLocks/>
          </p:cNvSpPr>
          <p:nvPr/>
        </p:nvSpPr>
        <p:spPr>
          <a:xfrm>
            <a:off x="1323601" y="3948526"/>
            <a:ext cx="1220636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bg1">
                    <a:lumMod val="90000"/>
                  </a:schemeClr>
                </a:solidFill>
                <a:latin typeface="Libre Baskerville"/>
                <a:ea typeface="Libre Baskerville"/>
              </a:rPr>
              <a:t>250€</a:t>
            </a:r>
            <a:endParaRPr lang="es-ES" sz="2700" dirty="0">
              <a:solidFill>
                <a:schemeClr val="bg1">
                  <a:lumMod val="90000"/>
                </a:schemeClr>
              </a:solidFill>
              <a:latin typeface="Arial"/>
            </a:endParaRPr>
          </a:p>
        </p:txBody>
      </p:sp>
      <p:sp>
        <p:nvSpPr>
          <p:cNvPr id="11" name="PlaceHolder 1">
            <a:extLst>
              <a:ext uri="{FF2B5EF4-FFF2-40B4-BE49-F238E27FC236}">
                <a16:creationId xmlns:a16="http://schemas.microsoft.com/office/drawing/2014/main" id="{22A5FE05-6C90-FFC1-99A4-8206F86A8578}"/>
              </a:ext>
            </a:extLst>
          </p:cNvPr>
          <p:cNvSpPr txBox="1">
            <a:spLocks/>
          </p:cNvSpPr>
          <p:nvPr/>
        </p:nvSpPr>
        <p:spPr>
          <a:xfrm>
            <a:off x="3961682" y="3943740"/>
            <a:ext cx="1220636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bg1">
                    <a:lumMod val="90000"/>
                  </a:schemeClr>
                </a:solidFill>
                <a:latin typeface="Libre Baskerville"/>
                <a:ea typeface="Libre Baskerville"/>
              </a:rPr>
              <a:t>30€</a:t>
            </a:r>
            <a:endParaRPr lang="es-ES" sz="2700" dirty="0">
              <a:solidFill>
                <a:schemeClr val="bg1">
                  <a:lumMod val="90000"/>
                </a:schemeClr>
              </a:solidFill>
              <a:latin typeface="Arial"/>
            </a:endParaRPr>
          </a:p>
        </p:txBody>
      </p:sp>
      <p:sp>
        <p:nvSpPr>
          <p:cNvPr id="12" name="PlaceHolder 1">
            <a:extLst>
              <a:ext uri="{FF2B5EF4-FFF2-40B4-BE49-F238E27FC236}">
                <a16:creationId xmlns:a16="http://schemas.microsoft.com/office/drawing/2014/main" id="{AE40EDE0-0A39-289C-FADF-832B70659A5E}"/>
              </a:ext>
            </a:extLst>
          </p:cNvPr>
          <p:cNvSpPr txBox="1">
            <a:spLocks/>
          </p:cNvSpPr>
          <p:nvPr/>
        </p:nvSpPr>
        <p:spPr>
          <a:xfrm>
            <a:off x="6661897" y="3943739"/>
            <a:ext cx="1220636" cy="7033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bg1">
                    <a:lumMod val="90000"/>
                  </a:schemeClr>
                </a:solidFill>
                <a:latin typeface="Libre Baskerville"/>
                <a:ea typeface="Libre Baskerville"/>
              </a:rPr>
              <a:t>70€</a:t>
            </a:r>
            <a:endParaRPr lang="es-ES" sz="2700" dirty="0">
              <a:solidFill>
                <a:schemeClr val="bg1">
                  <a:lumMod val="90000"/>
                </a:schemeClr>
              </a:solidFill>
              <a:latin typeface="Arial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57D6378-9D08-74CA-95A5-0EEC3B2E7D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230" y="2325857"/>
            <a:ext cx="1953849" cy="1465387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1EB5169-AAA5-9210-C5FC-663A6DE3CE2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706" y="2341927"/>
            <a:ext cx="1910994" cy="143324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8EE7004-41FD-5022-3720-BC36E75FF2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64" y="2341927"/>
            <a:ext cx="1960379" cy="147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675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5FB67-7758-56B8-BE84-8B2EC17A7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ángulo 516">
            <a:extLst>
              <a:ext uri="{FF2B5EF4-FFF2-40B4-BE49-F238E27FC236}">
                <a16:creationId xmlns:a16="http://schemas.microsoft.com/office/drawing/2014/main" id="{6147C9B6-3F7A-5400-B20B-B4B90975C3A1}"/>
              </a:ext>
            </a:extLst>
          </p:cNvPr>
          <p:cNvSpPr/>
          <p:nvPr/>
        </p:nvSpPr>
        <p:spPr>
          <a:xfrm>
            <a:off x="523172" y="496397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000" b="1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05</a:t>
            </a:r>
            <a:endParaRPr lang="es-ES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8" name="Rectángulo 517">
            <a:extLst>
              <a:ext uri="{FF2B5EF4-FFF2-40B4-BE49-F238E27FC236}">
                <a16:creationId xmlns:a16="http://schemas.microsoft.com/office/drawing/2014/main" id="{0351F24E-3B5A-EC8B-AB56-48B369754431}"/>
              </a:ext>
            </a:extLst>
          </p:cNvPr>
          <p:cNvSpPr/>
          <p:nvPr/>
        </p:nvSpPr>
        <p:spPr>
          <a:xfrm>
            <a:off x="1490107" y="608225"/>
            <a:ext cx="6778569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40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</a:rPr>
              <a:t>Financiación</a:t>
            </a:r>
            <a:endParaRPr lang="es-ES" sz="4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0D20C8A-5435-A446-653B-492B4276FE2B}"/>
              </a:ext>
            </a:extLst>
          </p:cNvPr>
          <p:cNvGrpSpPr/>
          <p:nvPr/>
        </p:nvGrpSpPr>
        <p:grpSpPr>
          <a:xfrm>
            <a:off x="5556737" y="2160316"/>
            <a:ext cx="2985477" cy="1428750"/>
            <a:chOff x="1938215" y="1664383"/>
            <a:chExt cx="2985477" cy="1428750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5619E29F-6B38-9310-AA50-FE3303ED5091}"/>
                </a:ext>
              </a:extLst>
            </p:cNvPr>
            <p:cNvSpPr/>
            <p:nvPr/>
          </p:nvSpPr>
          <p:spPr>
            <a:xfrm>
              <a:off x="1938215" y="2045578"/>
              <a:ext cx="2985477" cy="666360"/>
            </a:xfrm>
            <a:prstGeom prst="ellipse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1026" name="Picture 2" descr="Kickstarter Logo, symbol, meaning, history, PNG, brand">
              <a:extLst>
                <a:ext uri="{FF2B5EF4-FFF2-40B4-BE49-F238E27FC236}">
                  <a16:creationId xmlns:a16="http://schemas.microsoft.com/office/drawing/2014/main" id="{32D64ECC-5C1B-A0BE-F252-05A2FF0D82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60953" y="1664383"/>
              <a:ext cx="254000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PlaceHolder 1">
            <a:extLst>
              <a:ext uri="{FF2B5EF4-FFF2-40B4-BE49-F238E27FC236}">
                <a16:creationId xmlns:a16="http://schemas.microsoft.com/office/drawing/2014/main" id="{A2700E3A-ABB2-70BF-09E6-14C51BD991FC}"/>
              </a:ext>
            </a:extLst>
          </p:cNvPr>
          <p:cNvSpPr txBox="1">
            <a:spLocks/>
          </p:cNvSpPr>
          <p:nvPr/>
        </p:nvSpPr>
        <p:spPr>
          <a:xfrm>
            <a:off x="698159" y="1528081"/>
            <a:ext cx="7739864" cy="4623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I. Campaña de publicidad (Redes sociales, partidas…)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4" name="PlaceHolder 1">
            <a:extLst>
              <a:ext uri="{FF2B5EF4-FFF2-40B4-BE49-F238E27FC236}">
                <a16:creationId xmlns:a16="http://schemas.microsoft.com/office/drawing/2014/main" id="{63C09323-C5ED-5E97-75F1-1B41244BA03E}"/>
              </a:ext>
            </a:extLst>
          </p:cNvPr>
          <p:cNvSpPr txBox="1">
            <a:spLocks/>
          </p:cNvSpPr>
          <p:nvPr/>
        </p:nvSpPr>
        <p:spPr>
          <a:xfrm>
            <a:off x="698159" y="2135979"/>
            <a:ext cx="4952364" cy="4623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700" dirty="0">
                <a:solidFill>
                  <a:schemeClr val="dk1"/>
                </a:solidFill>
                <a:latin typeface="Libre Baskerville"/>
                <a:ea typeface="Libre Baskerville"/>
              </a:rPr>
              <a:t>II. Campaña de </a:t>
            </a:r>
            <a:r>
              <a:rPr lang="es-ES" sz="2700" dirty="0" err="1">
                <a:solidFill>
                  <a:schemeClr val="dk1"/>
                </a:solidFill>
                <a:latin typeface="Libre Baskerville"/>
                <a:ea typeface="Libre Baskerville"/>
              </a:rPr>
              <a:t>microfinanciación</a:t>
            </a:r>
            <a:endParaRPr lang="es-ES" sz="2700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5" name="PlaceHolder 1">
            <a:extLst>
              <a:ext uri="{FF2B5EF4-FFF2-40B4-BE49-F238E27FC236}">
                <a16:creationId xmlns:a16="http://schemas.microsoft.com/office/drawing/2014/main" id="{1E4FF2AE-40D3-D21F-A98D-E5CF45CC012D}"/>
              </a:ext>
            </a:extLst>
          </p:cNvPr>
          <p:cNvSpPr txBox="1">
            <a:spLocks/>
          </p:cNvSpPr>
          <p:nvPr/>
        </p:nvSpPr>
        <p:spPr>
          <a:xfrm>
            <a:off x="1920591" y="2669305"/>
            <a:ext cx="2245647" cy="7788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dirty="0">
                <a:solidFill>
                  <a:schemeClr val="dk1"/>
                </a:solidFill>
                <a:latin typeface="Libre Baskerville"/>
                <a:ea typeface="Libre Baskerville"/>
              </a:rPr>
              <a:t>17000 €</a:t>
            </a:r>
            <a:endParaRPr lang="es-ES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05E658D-E90B-BFE3-4408-A42B3051A628}"/>
              </a:ext>
            </a:extLst>
          </p:cNvPr>
          <p:cNvSpPr/>
          <p:nvPr/>
        </p:nvSpPr>
        <p:spPr>
          <a:xfrm>
            <a:off x="709386" y="3668295"/>
            <a:ext cx="7832828" cy="978808"/>
          </a:xfrm>
          <a:prstGeom prst="roundRect">
            <a:avLst>
              <a:gd name="adj" fmla="val 3244"/>
            </a:avLst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D58D8BF-5068-B564-2B14-6557927CF17F}"/>
              </a:ext>
            </a:extLst>
          </p:cNvPr>
          <p:cNvSpPr/>
          <p:nvPr/>
        </p:nvSpPr>
        <p:spPr>
          <a:xfrm>
            <a:off x="921307" y="3676685"/>
            <a:ext cx="7293567" cy="4810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0" u="none" strike="noStrike" noProof="0" dirty="0">
                <a:solidFill>
                  <a:schemeClr val="bg1">
                    <a:lumMod val="90000"/>
                  </a:schemeClr>
                </a:solidFill>
                <a:effectLst/>
                <a:uFillTx/>
                <a:latin typeface="Source Sans 3"/>
              </a:rPr>
              <a:t>Nivel Bajo		Nivel Básico			Nivel Alto		Nivel Lujo</a:t>
            </a:r>
            <a:endParaRPr lang="es-ES" sz="1400" b="0" u="none" strike="noStrike" noProof="0" dirty="0">
              <a:solidFill>
                <a:schemeClr val="bg1">
                  <a:lumMod val="90000"/>
                </a:schemeClr>
              </a:solidFill>
              <a:effectLst/>
              <a:uFillTx/>
              <a:latin typeface="OpenSymbol"/>
            </a:endParaRPr>
          </a:p>
        </p:txBody>
      </p:sp>
      <p:sp>
        <p:nvSpPr>
          <p:cNvPr id="18" name="PlaceHolder 1">
            <a:extLst>
              <a:ext uri="{FF2B5EF4-FFF2-40B4-BE49-F238E27FC236}">
                <a16:creationId xmlns:a16="http://schemas.microsoft.com/office/drawing/2014/main" id="{59C1C5C0-3D5C-E2A9-A7BF-35366529F33F}"/>
              </a:ext>
            </a:extLst>
          </p:cNvPr>
          <p:cNvSpPr txBox="1">
            <a:spLocks/>
          </p:cNvSpPr>
          <p:nvPr/>
        </p:nvSpPr>
        <p:spPr>
          <a:xfrm>
            <a:off x="993152" y="3868258"/>
            <a:ext cx="812202" cy="77884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s-ES" sz="2800" dirty="0">
                <a:solidFill>
                  <a:schemeClr val="bg1">
                    <a:lumMod val="90000"/>
                  </a:schemeClr>
                </a:solidFill>
                <a:latin typeface="Libre Baskerville"/>
                <a:ea typeface="Libre Baskerville"/>
              </a:rPr>
              <a:t>5 €</a:t>
            </a:r>
            <a:endParaRPr lang="es-ES" sz="2800" dirty="0">
              <a:solidFill>
                <a:schemeClr val="bg1">
                  <a:lumMod val="90000"/>
                </a:schemeClr>
              </a:solidFill>
              <a:latin typeface="Arial"/>
            </a:endParaRPr>
          </a:p>
        </p:txBody>
      </p:sp>
      <p:sp>
        <p:nvSpPr>
          <p:cNvPr id="19" name="PlaceHolder 1">
            <a:extLst>
              <a:ext uri="{FF2B5EF4-FFF2-40B4-BE49-F238E27FC236}">
                <a16:creationId xmlns:a16="http://schemas.microsoft.com/office/drawing/2014/main" id="{C70D8DB0-564B-57B8-DFCE-816FF4939A08}"/>
              </a:ext>
            </a:extLst>
          </p:cNvPr>
          <p:cNvSpPr txBox="1">
            <a:spLocks/>
          </p:cNvSpPr>
          <p:nvPr/>
        </p:nvSpPr>
        <p:spPr>
          <a:xfrm>
            <a:off x="2683770" y="3703364"/>
            <a:ext cx="1184031" cy="9254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2800" dirty="0">
                <a:solidFill>
                  <a:schemeClr val="bg1">
                    <a:lumMod val="90000"/>
                  </a:schemeClr>
                </a:solidFill>
                <a:latin typeface="Libre Baskerville"/>
                <a:ea typeface="Libre Baskerville"/>
              </a:rPr>
              <a:t>30 €</a:t>
            </a:r>
            <a:endParaRPr lang="es-ES" sz="2800" dirty="0">
              <a:solidFill>
                <a:schemeClr val="bg1">
                  <a:lumMod val="90000"/>
                </a:schemeClr>
              </a:solidFill>
              <a:latin typeface="Arial"/>
            </a:endParaRPr>
          </a:p>
        </p:txBody>
      </p:sp>
      <p:sp>
        <p:nvSpPr>
          <p:cNvPr id="20" name="PlaceHolder 1">
            <a:extLst>
              <a:ext uri="{FF2B5EF4-FFF2-40B4-BE49-F238E27FC236}">
                <a16:creationId xmlns:a16="http://schemas.microsoft.com/office/drawing/2014/main" id="{3BE752E0-D29B-32A5-ECBA-B21B28EA0E9C}"/>
              </a:ext>
            </a:extLst>
          </p:cNvPr>
          <p:cNvSpPr txBox="1">
            <a:spLocks/>
          </p:cNvSpPr>
          <p:nvPr/>
        </p:nvSpPr>
        <p:spPr>
          <a:xfrm>
            <a:off x="5368356" y="3695192"/>
            <a:ext cx="1184031" cy="9254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2800" dirty="0">
                <a:solidFill>
                  <a:schemeClr val="bg1">
                    <a:lumMod val="90000"/>
                  </a:schemeClr>
                </a:solidFill>
                <a:latin typeface="Libre Baskerville"/>
                <a:ea typeface="Libre Baskerville"/>
              </a:rPr>
              <a:t>75 €</a:t>
            </a:r>
            <a:endParaRPr lang="es-ES" sz="2800" dirty="0">
              <a:solidFill>
                <a:schemeClr val="bg1">
                  <a:lumMod val="90000"/>
                </a:schemeClr>
              </a:solidFill>
              <a:latin typeface="Arial"/>
            </a:endParaRPr>
          </a:p>
        </p:txBody>
      </p:sp>
      <p:sp>
        <p:nvSpPr>
          <p:cNvPr id="21" name="PlaceHolder 1">
            <a:extLst>
              <a:ext uri="{FF2B5EF4-FFF2-40B4-BE49-F238E27FC236}">
                <a16:creationId xmlns:a16="http://schemas.microsoft.com/office/drawing/2014/main" id="{C5C2EC10-A80F-0FF5-1A30-E1B89C8D1AFA}"/>
              </a:ext>
            </a:extLst>
          </p:cNvPr>
          <p:cNvSpPr txBox="1">
            <a:spLocks/>
          </p:cNvSpPr>
          <p:nvPr/>
        </p:nvSpPr>
        <p:spPr>
          <a:xfrm>
            <a:off x="6999777" y="3527257"/>
            <a:ext cx="1614282" cy="10933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2800" dirty="0">
                <a:solidFill>
                  <a:schemeClr val="bg1">
                    <a:lumMod val="90000"/>
                  </a:schemeClr>
                </a:solidFill>
                <a:latin typeface="Libre Baskerville"/>
                <a:ea typeface="Libre Baskerville"/>
              </a:rPr>
              <a:t>250 €</a:t>
            </a:r>
            <a:endParaRPr lang="es-ES" sz="2800" dirty="0">
              <a:solidFill>
                <a:schemeClr val="bg1">
                  <a:lumMod val="9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00859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4055-C878-644D-278D-D45E80A1D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ángulo 516">
            <a:extLst>
              <a:ext uri="{FF2B5EF4-FFF2-40B4-BE49-F238E27FC236}">
                <a16:creationId xmlns:a16="http://schemas.microsoft.com/office/drawing/2014/main" id="{255D0B47-084D-A2E0-26B1-6A55A4A64BBC}"/>
              </a:ext>
            </a:extLst>
          </p:cNvPr>
          <p:cNvSpPr/>
          <p:nvPr/>
        </p:nvSpPr>
        <p:spPr>
          <a:xfrm>
            <a:off x="523172" y="496397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000" b="1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06</a:t>
            </a:r>
            <a:endParaRPr lang="es-ES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8" name="Rectángulo 517">
            <a:extLst>
              <a:ext uri="{FF2B5EF4-FFF2-40B4-BE49-F238E27FC236}">
                <a16:creationId xmlns:a16="http://schemas.microsoft.com/office/drawing/2014/main" id="{53D218BB-166A-2F4C-4E66-173A62248D52}"/>
              </a:ext>
            </a:extLst>
          </p:cNvPr>
          <p:cNvSpPr/>
          <p:nvPr/>
        </p:nvSpPr>
        <p:spPr>
          <a:xfrm>
            <a:off x="1490107" y="608225"/>
            <a:ext cx="6778569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40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</a:rPr>
              <a:t>La App. Arquitectura</a:t>
            </a:r>
            <a:endParaRPr lang="es-ES" sz="4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6B57ADDD-D8ED-C278-B64B-C1A8171F1002}"/>
              </a:ext>
            </a:extLst>
          </p:cNvPr>
          <p:cNvGrpSpPr/>
          <p:nvPr/>
        </p:nvGrpSpPr>
        <p:grpSpPr>
          <a:xfrm>
            <a:off x="3636655" y="1516332"/>
            <a:ext cx="1477107" cy="797169"/>
            <a:chOff x="3649785" y="1656862"/>
            <a:chExt cx="1477107" cy="797169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2F7692F9-03EA-5905-A1FA-5BCD372038E0}"/>
                </a:ext>
              </a:extLst>
            </p:cNvPr>
            <p:cNvSpPr/>
            <p:nvPr/>
          </p:nvSpPr>
          <p:spPr>
            <a:xfrm>
              <a:off x="3649785" y="1656862"/>
              <a:ext cx="1477107" cy="7971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A68D1C73-7E7C-F971-2B87-20709D229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5434" y="1711567"/>
              <a:ext cx="1298915" cy="6710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57DD0AD-80DE-9BE0-2A71-FCFF12F900E6}"/>
              </a:ext>
            </a:extLst>
          </p:cNvPr>
          <p:cNvGrpSpPr/>
          <p:nvPr/>
        </p:nvGrpSpPr>
        <p:grpSpPr>
          <a:xfrm>
            <a:off x="7181455" y="2772749"/>
            <a:ext cx="890617" cy="1013097"/>
            <a:chOff x="5846687" y="2950471"/>
            <a:chExt cx="996699" cy="1133768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122ED517-76BA-9252-D4BB-523020F349EE}"/>
                </a:ext>
              </a:extLst>
            </p:cNvPr>
            <p:cNvSpPr/>
            <p:nvPr/>
          </p:nvSpPr>
          <p:spPr>
            <a:xfrm>
              <a:off x="5846687" y="2950471"/>
              <a:ext cx="996699" cy="113376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062" name="Picture 14" descr="Java - Free logo icons">
              <a:extLst>
                <a:ext uri="{FF2B5EF4-FFF2-40B4-BE49-F238E27FC236}">
                  <a16:creationId xmlns:a16="http://schemas.microsoft.com/office/drawing/2014/main" id="{9B48B8CD-DCCA-0ED6-7E0E-E3EF3D2983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6687" y="3020517"/>
              <a:ext cx="934067" cy="9340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5C3F361A-8657-C23C-B8A1-164A4C1FEE9B}"/>
              </a:ext>
            </a:extLst>
          </p:cNvPr>
          <p:cNvGrpSpPr/>
          <p:nvPr/>
        </p:nvGrpSpPr>
        <p:grpSpPr>
          <a:xfrm>
            <a:off x="3920818" y="2875686"/>
            <a:ext cx="1192944" cy="1136214"/>
            <a:chOff x="3985776" y="3079262"/>
            <a:chExt cx="1440157" cy="1371671"/>
          </a:xfrm>
        </p:grpSpPr>
        <p:pic>
          <p:nvPicPr>
            <p:cNvPr id="2058" name="Picture 10" descr="RESTful API: The Principles and Constraints | by Arianna Campesi | Medium">
              <a:extLst>
                <a:ext uri="{FF2B5EF4-FFF2-40B4-BE49-F238E27FC236}">
                  <a16:creationId xmlns:a16="http://schemas.microsoft.com/office/drawing/2014/main" id="{17AD4929-AAD2-1A7C-36B7-E1B76EFD78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5776" y="3079262"/>
              <a:ext cx="1172445" cy="121171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FA808792-641C-F26D-9C4F-40365C20DB1F}"/>
                </a:ext>
              </a:extLst>
            </p:cNvPr>
            <p:cNvGrpSpPr/>
            <p:nvPr/>
          </p:nvGrpSpPr>
          <p:grpSpPr>
            <a:xfrm>
              <a:off x="4970087" y="3932398"/>
              <a:ext cx="455846" cy="518535"/>
              <a:chOff x="5846687" y="2950471"/>
              <a:chExt cx="996699" cy="1133768"/>
            </a:xfrm>
          </p:grpSpPr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60B543FF-911F-4632-EE8B-94B90F4F182C}"/>
                  </a:ext>
                </a:extLst>
              </p:cNvPr>
              <p:cNvSpPr/>
              <p:nvPr/>
            </p:nvSpPr>
            <p:spPr>
              <a:xfrm>
                <a:off x="5846687" y="2950471"/>
                <a:ext cx="996699" cy="11337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5" name="Picture 14" descr="Java - Free logo icons">
                <a:extLst>
                  <a:ext uri="{FF2B5EF4-FFF2-40B4-BE49-F238E27FC236}">
                    <a16:creationId xmlns:a16="http://schemas.microsoft.com/office/drawing/2014/main" id="{4D9C7145-F322-5BDA-9CCB-E8C2AF6E23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46687" y="3020517"/>
                <a:ext cx="934067" cy="9340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0976312D-D7AF-96ED-4A31-3DD55EA0766B}"/>
              </a:ext>
            </a:extLst>
          </p:cNvPr>
          <p:cNvGrpSpPr/>
          <p:nvPr/>
        </p:nvGrpSpPr>
        <p:grpSpPr>
          <a:xfrm>
            <a:off x="783993" y="2798836"/>
            <a:ext cx="1103281" cy="1272362"/>
            <a:chOff x="1453236" y="3178570"/>
            <a:chExt cx="1103281" cy="1272362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BCB898B3-B7E0-DFAC-0120-3BBB1E5AE636}"/>
                </a:ext>
              </a:extLst>
            </p:cNvPr>
            <p:cNvGrpSpPr/>
            <p:nvPr/>
          </p:nvGrpSpPr>
          <p:grpSpPr>
            <a:xfrm>
              <a:off x="1453236" y="3178570"/>
              <a:ext cx="847375" cy="1013097"/>
              <a:chOff x="1086338" y="2316257"/>
              <a:chExt cx="1061943" cy="1269629"/>
            </a:xfrm>
          </p:grpSpPr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DBF9098D-82D0-6424-79D2-E5E9C2F2F200}"/>
                  </a:ext>
                </a:extLst>
              </p:cNvPr>
              <p:cNvSpPr/>
              <p:nvPr/>
            </p:nvSpPr>
            <p:spPr>
              <a:xfrm>
                <a:off x="1086338" y="2316257"/>
                <a:ext cx="1061943" cy="1269629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060" name="Picture 12" descr="Android Logo PNG Transparent &amp; SVG Vector - Freebie Supply">
                <a:extLst>
                  <a:ext uri="{FF2B5EF4-FFF2-40B4-BE49-F238E27FC236}">
                    <a16:creationId xmlns:a16="http://schemas.microsoft.com/office/drawing/2014/main" id="{663244CA-BAAB-188F-74F5-86A0EFEA14D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4034" y="2450886"/>
                <a:ext cx="893231" cy="10003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C8B3427A-B8F9-C1A9-3FAE-54778B9F6609}"/>
                </a:ext>
              </a:extLst>
            </p:cNvPr>
            <p:cNvGrpSpPr/>
            <p:nvPr/>
          </p:nvGrpSpPr>
          <p:grpSpPr>
            <a:xfrm>
              <a:off x="2100671" y="3932397"/>
              <a:ext cx="455846" cy="518535"/>
              <a:chOff x="5846687" y="2950471"/>
              <a:chExt cx="996699" cy="1133768"/>
            </a:xfrm>
          </p:grpSpPr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4BD7E94-C618-7E40-8449-35E6A63B8E44}"/>
                  </a:ext>
                </a:extLst>
              </p:cNvPr>
              <p:cNvSpPr/>
              <p:nvPr/>
            </p:nvSpPr>
            <p:spPr>
              <a:xfrm>
                <a:off x="5846687" y="2950471"/>
                <a:ext cx="996699" cy="113376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28" name="Picture 14" descr="Java - Free logo icons">
                <a:extLst>
                  <a:ext uri="{FF2B5EF4-FFF2-40B4-BE49-F238E27FC236}">
                    <a16:creationId xmlns:a16="http://schemas.microsoft.com/office/drawing/2014/main" id="{4C3678AD-1469-8BE2-0FFF-F426AE7B97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46687" y="3020517"/>
                <a:ext cx="934067" cy="9340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088A372-DA63-695A-7255-43CCE1D1FAD2}"/>
              </a:ext>
            </a:extLst>
          </p:cNvPr>
          <p:cNvCxnSpPr>
            <a:cxnSpLocks/>
          </p:cNvCxnSpPr>
          <p:nvPr/>
        </p:nvCxnSpPr>
        <p:spPr>
          <a:xfrm>
            <a:off x="4406411" y="2433252"/>
            <a:ext cx="0" cy="36558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589E1BB-36A1-32F6-1C42-DF1852DF9406}"/>
              </a:ext>
            </a:extLst>
          </p:cNvPr>
          <p:cNvCxnSpPr/>
          <p:nvPr/>
        </p:nvCxnSpPr>
        <p:spPr>
          <a:xfrm>
            <a:off x="2227985" y="1358171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7A2A3A2D-F982-38FA-B352-504DA008A679}"/>
              </a:ext>
            </a:extLst>
          </p:cNvPr>
          <p:cNvCxnSpPr>
            <a:cxnSpLocks/>
          </p:cNvCxnSpPr>
          <p:nvPr/>
        </p:nvCxnSpPr>
        <p:spPr>
          <a:xfrm flipH="1">
            <a:off x="5113762" y="3338048"/>
            <a:ext cx="193127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821B7425-1447-B9DD-940D-74859D4B8F5E}"/>
              </a:ext>
            </a:extLst>
          </p:cNvPr>
          <p:cNvCxnSpPr>
            <a:cxnSpLocks/>
          </p:cNvCxnSpPr>
          <p:nvPr/>
        </p:nvCxnSpPr>
        <p:spPr>
          <a:xfrm flipH="1">
            <a:off x="1776905" y="3287615"/>
            <a:ext cx="192539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Rectángulo 42">
            <a:extLst>
              <a:ext uri="{FF2B5EF4-FFF2-40B4-BE49-F238E27FC236}">
                <a16:creationId xmlns:a16="http://schemas.microsoft.com/office/drawing/2014/main" id="{509D8822-3484-FC40-FE65-E96868F6BB6E}"/>
              </a:ext>
            </a:extLst>
          </p:cNvPr>
          <p:cNvSpPr/>
          <p:nvPr/>
        </p:nvSpPr>
        <p:spPr>
          <a:xfrm>
            <a:off x="5425933" y="1723916"/>
            <a:ext cx="1154621" cy="3940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Base de Datos</a:t>
            </a:r>
            <a:endParaRPr lang="es-ES" sz="1400" b="1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7C06023C-F25C-62FB-7D91-777460176409}"/>
              </a:ext>
            </a:extLst>
          </p:cNvPr>
          <p:cNvSpPr/>
          <p:nvPr/>
        </p:nvSpPr>
        <p:spPr>
          <a:xfrm>
            <a:off x="3289129" y="3907053"/>
            <a:ext cx="2894072" cy="9734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API (Java)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dirty="0">
                <a:solidFill>
                  <a:schemeClr val="dk1"/>
                </a:solidFill>
                <a:latin typeface="Source Sans 3"/>
              </a:rPr>
              <a:t>Comunica las aplicaciones y la BBDD.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Envía y recibe datos.</a:t>
            </a:r>
            <a:endParaRPr lang="es-ES" sz="140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E3DE78D-3DA3-6F00-2C62-9A37FCA23548}"/>
              </a:ext>
            </a:extLst>
          </p:cNvPr>
          <p:cNvSpPr/>
          <p:nvPr/>
        </p:nvSpPr>
        <p:spPr>
          <a:xfrm>
            <a:off x="734504" y="1314584"/>
            <a:ext cx="1594927" cy="14977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1" u="none" strike="noStrike" noProof="0" dirty="0">
                <a:solidFill>
                  <a:schemeClr val="dk1"/>
                </a:solidFill>
                <a:effectLst/>
                <a:uFillTx/>
                <a:latin typeface="Source Sans 3"/>
              </a:rPr>
              <a:t>Aplicación móvil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1" dirty="0">
                <a:solidFill>
                  <a:schemeClr val="dk1"/>
                </a:solidFill>
                <a:latin typeface="Source Sans 3"/>
              </a:rPr>
              <a:t>(Android + Java)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dirty="0">
                <a:solidFill>
                  <a:schemeClr val="dk1"/>
                </a:solidFill>
                <a:latin typeface="Source Sans 3"/>
              </a:rPr>
              <a:t>Usuario. Cuentas y visualización de datos</a:t>
            </a:r>
            <a:endParaRPr lang="es-ES" sz="140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2D68F01-D0DC-FFF3-C2F2-1DB651C670AC}"/>
              </a:ext>
            </a:extLst>
          </p:cNvPr>
          <p:cNvSpPr/>
          <p:nvPr/>
        </p:nvSpPr>
        <p:spPr>
          <a:xfrm>
            <a:off x="6699982" y="3812515"/>
            <a:ext cx="1853562" cy="9877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b="1" dirty="0">
                <a:solidFill>
                  <a:schemeClr val="dk1"/>
                </a:solidFill>
                <a:latin typeface="Source Sans 3"/>
              </a:rPr>
              <a:t>Aplicación de escritorio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ES" sz="1400" dirty="0">
                <a:solidFill>
                  <a:schemeClr val="dk1"/>
                </a:solidFill>
                <a:latin typeface="Source Sans 3"/>
              </a:rPr>
              <a:t>Administrador. Crear y gestionar contenidos</a:t>
            </a:r>
            <a:endParaRPr lang="es-ES" sz="140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65184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42D27-0021-5BAC-BAEC-46F3EA279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ángulo 516">
            <a:extLst>
              <a:ext uri="{FF2B5EF4-FFF2-40B4-BE49-F238E27FC236}">
                <a16:creationId xmlns:a16="http://schemas.microsoft.com/office/drawing/2014/main" id="{36F33AF5-33C0-2D55-C6AA-0E4C44FD09A9}"/>
              </a:ext>
            </a:extLst>
          </p:cNvPr>
          <p:cNvSpPr/>
          <p:nvPr/>
        </p:nvSpPr>
        <p:spPr>
          <a:xfrm>
            <a:off x="523172" y="496397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5000" b="1" u="none" strike="noStrike" noProof="0" dirty="0">
                <a:solidFill>
                  <a:schemeClr val="dk1"/>
                </a:solidFill>
                <a:effectLst/>
                <a:uFillTx/>
                <a:latin typeface="Calibri"/>
              </a:rPr>
              <a:t>07</a:t>
            </a:r>
            <a:endParaRPr lang="es-ES" sz="5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8" name="Rectángulo 517">
            <a:extLst>
              <a:ext uri="{FF2B5EF4-FFF2-40B4-BE49-F238E27FC236}">
                <a16:creationId xmlns:a16="http://schemas.microsoft.com/office/drawing/2014/main" id="{0659C2EA-5B2C-7E30-2A9D-98783994CFD8}"/>
              </a:ext>
            </a:extLst>
          </p:cNvPr>
          <p:cNvSpPr/>
          <p:nvPr/>
        </p:nvSpPr>
        <p:spPr>
          <a:xfrm>
            <a:off x="1490107" y="608225"/>
            <a:ext cx="6778569" cy="66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s-ES" sz="40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</a:rPr>
              <a:t>Mejoras a futuro</a:t>
            </a:r>
            <a:endParaRPr lang="es-ES" sz="40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E82CCB50-BEEA-EDDC-2539-060AEA520089}"/>
              </a:ext>
            </a:extLst>
          </p:cNvPr>
          <p:cNvCxnSpPr/>
          <p:nvPr/>
        </p:nvCxnSpPr>
        <p:spPr>
          <a:xfrm>
            <a:off x="2227985" y="1358171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 1">
            <a:extLst>
              <a:ext uri="{FF2B5EF4-FFF2-40B4-BE49-F238E27FC236}">
                <a16:creationId xmlns:a16="http://schemas.microsoft.com/office/drawing/2014/main" id="{E49DFFC1-49D6-0FA3-04C7-0D5017C9DA6C}"/>
              </a:ext>
            </a:extLst>
          </p:cNvPr>
          <p:cNvSpPr txBox="1">
            <a:spLocks/>
          </p:cNvSpPr>
          <p:nvPr/>
        </p:nvSpPr>
        <p:spPr>
          <a:xfrm>
            <a:off x="714672" y="1358171"/>
            <a:ext cx="7714655" cy="279244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ES" sz="2000" noProof="0" dirty="0">
                <a:solidFill>
                  <a:schemeClr val="dk1"/>
                </a:solidFill>
                <a:latin typeface="Arial"/>
              </a:rPr>
              <a:t>Gestión de inventarios de objetos vinculados a cada Personaje (objetos en mochila, objetos equipados…)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ES" sz="2000" dirty="0">
                <a:solidFill>
                  <a:schemeClr val="dk1"/>
                </a:solidFill>
                <a:latin typeface="Arial"/>
              </a:rPr>
              <a:t> Actualizaciones con nuevos sistemas de ambos juegos.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ES" sz="2000" noProof="0" dirty="0">
                <a:solidFill>
                  <a:schemeClr val="dk1"/>
                </a:solidFill>
                <a:latin typeface="Arial"/>
              </a:rPr>
              <a:t>Posibilidad de compra de </a:t>
            </a:r>
            <a:r>
              <a:rPr lang="es-ES" sz="2000" i="1" dirty="0" err="1">
                <a:solidFill>
                  <a:schemeClr val="dk1"/>
                </a:solidFill>
                <a:latin typeface="Arial"/>
              </a:rPr>
              <a:t>merchandising</a:t>
            </a:r>
            <a:r>
              <a:rPr lang="es-ES" sz="2000" dirty="0">
                <a:solidFill>
                  <a:schemeClr val="dk1"/>
                </a:solidFill>
                <a:latin typeface="Arial"/>
              </a:rPr>
              <a:t> desde la app.</a:t>
            </a:r>
          </a:p>
          <a:p>
            <a:pPr marL="285750" indent="-285750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ES" sz="2000" noProof="0" dirty="0">
                <a:solidFill>
                  <a:schemeClr val="dk1"/>
                </a:solidFill>
                <a:latin typeface="Arial"/>
              </a:rPr>
              <a:t>Imágenes de personajes y cartas (objetos) en la app móvil.</a:t>
            </a:r>
          </a:p>
        </p:txBody>
      </p:sp>
    </p:spTree>
    <p:extLst>
      <p:ext uri="{BB962C8B-B14F-4D97-AF65-F5344CB8AC3E}">
        <p14:creationId xmlns:p14="http://schemas.microsoft.com/office/powerpoint/2010/main" val="2325073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F6B74-AEEE-4DC2-DD74-44A94C54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896;p34">
            <a:extLst>
              <a:ext uri="{FF2B5EF4-FFF2-40B4-BE49-F238E27FC236}">
                <a16:creationId xmlns:a16="http://schemas.microsoft.com/office/drawing/2014/main" id="{4B81A0BA-16CA-0202-857F-AF8209AF536E}"/>
              </a:ext>
            </a:extLst>
          </p:cNvPr>
          <p:cNvGrpSpPr/>
          <p:nvPr/>
        </p:nvGrpSpPr>
        <p:grpSpPr>
          <a:xfrm>
            <a:off x="565200" y="519480"/>
            <a:ext cx="8012160" cy="4104360"/>
            <a:chOff x="565200" y="519480"/>
            <a:chExt cx="8012160" cy="4104360"/>
          </a:xfrm>
        </p:grpSpPr>
        <p:sp>
          <p:nvSpPr>
            <p:cNvPr id="57" name="Google Shape;897;p34">
              <a:extLst>
                <a:ext uri="{FF2B5EF4-FFF2-40B4-BE49-F238E27FC236}">
                  <a16:creationId xmlns:a16="http://schemas.microsoft.com/office/drawing/2014/main" id="{17CCD11D-1A76-B951-7020-1B70B4260FA3}"/>
                </a:ext>
              </a:extLst>
            </p:cNvPr>
            <p:cNvSpPr/>
            <p:nvPr/>
          </p:nvSpPr>
          <p:spPr>
            <a:xfrm>
              <a:off x="881280" y="519480"/>
              <a:ext cx="685800" cy="236520"/>
            </a:xfrm>
            <a:custGeom>
              <a:avLst/>
              <a:gdLst>
                <a:gd name="textAreaLeft" fmla="*/ 0 w 685800"/>
                <a:gd name="textAreaRight" fmla="*/ 686160 w 68580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22045" h="7611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" name="Google Shape;898;p34">
              <a:extLst>
                <a:ext uri="{FF2B5EF4-FFF2-40B4-BE49-F238E27FC236}">
                  <a16:creationId xmlns:a16="http://schemas.microsoft.com/office/drawing/2014/main" id="{A6348180-3671-0F75-9C5F-3E73375F876E}"/>
                </a:ext>
              </a:extLst>
            </p:cNvPr>
            <p:cNvSpPr/>
            <p:nvPr/>
          </p:nvSpPr>
          <p:spPr>
            <a:xfrm>
              <a:off x="887040" y="727560"/>
              <a:ext cx="225000" cy="15084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150840"/>
                <a:gd name="textAreaBottom" fmla="*/ 151200 h 150840"/>
              </a:gdLst>
              <a:ahLst/>
              <a:cxnLst/>
              <a:rect l="textAreaLeft" t="textAreaTop" r="textAreaRight" b="textAreaBottom"/>
              <a:pathLst>
                <a:path w="7237" h="4863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0" bIns="75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899;p34">
              <a:extLst>
                <a:ext uri="{FF2B5EF4-FFF2-40B4-BE49-F238E27FC236}">
                  <a16:creationId xmlns:a16="http://schemas.microsoft.com/office/drawing/2014/main" id="{86EEF378-BE7F-3B08-29E4-04BDFD7E5AFA}"/>
                </a:ext>
              </a:extLst>
            </p:cNvPr>
            <p:cNvSpPr/>
            <p:nvPr/>
          </p:nvSpPr>
          <p:spPr>
            <a:xfrm>
              <a:off x="954720" y="700920"/>
              <a:ext cx="90720" cy="9576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925" h="3088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900;p34">
              <a:extLst>
                <a:ext uri="{FF2B5EF4-FFF2-40B4-BE49-F238E27FC236}">
                  <a16:creationId xmlns:a16="http://schemas.microsoft.com/office/drawing/2014/main" id="{EC4051F9-CF00-8253-32ED-5AE8B426441F}"/>
                </a:ext>
              </a:extLst>
            </p:cNvPr>
            <p:cNvSpPr/>
            <p:nvPr/>
          </p:nvSpPr>
          <p:spPr>
            <a:xfrm>
              <a:off x="1012320" y="789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3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901;p34">
              <a:extLst>
                <a:ext uri="{FF2B5EF4-FFF2-40B4-BE49-F238E27FC236}">
                  <a16:creationId xmlns:a16="http://schemas.microsoft.com/office/drawing/2014/main" id="{5B49F2EE-CCAC-A61A-327B-8A9407A7B84A}"/>
                </a:ext>
              </a:extLst>
            </p:cNvPr>
            <p:cNvSpPr/>
            <p:nvPr/>
          </p:nvSpPr>
          <p:spPr>
            <a:xfrm>
              <a:off x="772560" y="567360"/>
              <a:ext cx="257040" cy="12924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129240"/>
                <a:gd name="textAreaBottom" fmla="*/ 129600 h 129240"/>
              </a:gdLst>
              <a:ahLst/>
              <a:cxnLst/>
              <a:rect l="textAreaLeft" t="textAreaTop" r="textAreaRight" b="textAreaBottom"/>
              <a:pathLst>
                <a:path w="8274" h="4162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902;p34">
              <a:extLst>
                <a:ext uri="{FF2B5EF4-FFF2-40B4-BE49-F238E27FC236}">
                  <a16:creationId xmlns:a16="http://schemas.microsoft.com/office/drawing/2014/main" id="{EC2D69A6-B64D-B85B-732B-85A6E2BCEC8A}"/>
                </a:ext>
              </a:extLst>
            </p:cNvPr>
            <p:cNvSpPr/>
            <p:nvPr/>
          </p:nvSpPr>
          <p:spPr>
            <a:xfrm>
              <a:off x="1096560" y="573480"/>
              <a:ext cx="110160" cy="99360"/>
            </a:xfrm>
            <a:custGeom>
              <a:avLst/>
              <a:gdLst>
                <a:gd name="textAreaLeft" fmla="*/ 0 w 110160"/>
                <a:gd name="textAreaRight" fmla="*/ 110520 w 11016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550" h="320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903;p34">
              <a:extLst>
                <a:ext uri="{FF2B5EF4-FFF2-40B4-BE49-F238E27FC236}">
                  <a16:creationId xmlns:a16="http://schemas.microsoft.com/office/drawing/2014/main" id="{3B88FF3C-8C9F-91A8-C151-89077E28B4FD}"/>
                </a:ext>
              </a:extLst>
            </p:cNvPr>
            <p:cNvSpPr/>
            <p:nvPr/>
          </p:nvSpPr>
          <p:spPr>
            <a:xfrm>
              <a:off x="1234800" y="606240"/>
              <a:ext cx="41400" cy="540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338" h="1751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904;p34">
              <a:extLst>
                <a:ext uri="{FF2B5EF4-FFF2-40B4-BE49-F238E27FC236}">
                  <a16:creationId xmlns:a16="http://schemas.microsoft.com/office/drawing/2014/main" id="{C863E6F5-FA28-5837-5B20-17BB716CF2B5}"/>
                </a:ext>
              </a:extLst>
            </p:cNvPr>
            <p:cNvSpPr/>
            <p:nvPr/>
          </p:nvSpPr>
          <p:spPr>
            <a:xfrm>
              <a:off x="748440" y="63108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6" h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905;p34">
              <a:extLst>
                <a:ext uri="{FF2B5EF4-FFF2-40B4-BE49-F238E27FC236}">
                  <a16:creationId xmlns:a16="http://schemas.microsoft.com/office/drawing/2014/main" id="{D730DB0E-3B98-9662-742F-12021DB3CD54}"/>
                </a:ext>
              </a:extLst>
            </p:cNvPr>
            <p:cNvSpPr/>
            <p:nvPr/>
          </p:nvSpPr>
          <p:spPr>
            <a:xfrm>
              <a:off x="843480" y="609840"/>
              <a:ext cx="96480" cy="14040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112" h="4525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906;p34">
              <a:extLst>
                <a:ext uri="{FF2B5EF4-FFF2-40B4-BE49-F238E27FC236}">
                  <a16:creationId xmlns:a16="http://schemas.microsoft.com/office/drawing/2014/main" id="{4BBE9CC6-60AA-A292-0432-C3A93C5008E6}"/>
                </a:ext>
              </a:extLst>
            </p:cNvPr>
            <p:cNvSpPr/>
            <p:nvPr/>
          </p:nvSpPr>
          <p:spPr>
            <a:xfrm>
              <a:off x="822960" y="735840"/>
              <a:ext cx="37800" cy="39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226" h="1301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907;p34">
              <a:extLst>
                <a:ext uri="{FF2B5EF4-FFF2-40B4-BE49-F238E27FC236}">
                  <a16:creationId xmlns:a16="http://schemas.microsoft.com/office/drawing/2014/main" id="{EF32A9A7-0782-7C9F-FEAE-F5F551E19F84}"/>
                </a:ext>
              </a:extLst>
            </p:cNvPr>
            <p:cNvSpPr/>
            <p:nvPr/>
          </p:nvSpPr>
          <p:spPr>
            <a:xfrm>
              <a:off x="883440" y="757080"/>
              <a:ext cx="6840" cy="1188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226" h="389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908;p34">
              <a:extLst>
                <a:ext uri="{FF2B5EF4-FFF2-40B4-BE49-F238E27FC236}">
                  <a16:creationId xmlns:a16="http://schemas.microsoft.com/office/drawing/2014/main" id="{8EA68CE9-B313-4E12-C59E-123B8E4BBEA1}"/>
                </a:ext>
              </a:extLst>
            </p:cNvPr>
            <p:cNvSpPr/>
            <p:nvPr/>
          </p:nvSpPr>
          <p:spPr>
            <a:xfrm>
              <a:off x="1047960" y="720360"/>
              <a:ext cx="11880" cy="828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388" h="276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909;p34">
              <a:extLst>
                <a:ext uri="{FF2B5EF4-FFF2-40B4-BE49-F238E27FC236}">
                  <a16:creationId xmlns:a16="http://schemas.microsoft.com/office/drawing/2014/main" id="{C6E120C5-8A0F-2791-93C2-B693234366F1}"/>
                </a:ext>
              </a:extLst>
            </p:cNvPr>
            <p:cNvSpPr/>
            <p:nvPr/>
          </p:nvSpPr>
          <p:spPr>
            <a:xfrm>
              <a:off x="871920" y="558720"/>
              <a:ext cx="194760" cy="3384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6274" h="1101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910;p34">
              <a:extLst>
                <a:ext uri="{FF2B5EF4-FFF2-40B4-BE49-F238E27FC236}">
                  <a16:creationId xmlns:a16="http://schemas.microsoft.com/office/drawing/2014/main" id="{28E4CC06-AD3E-921D-2632-AFE4387FC933}"/>
                </a:ext>
              </a:extLst>
            </p:cNvPr>
            <p:cNvSpPr/>
            <p:nvPr/>
          </p:nvSpPr>
          <p:spPr>
            <a:xfrm>
              <a:off x="845640" y="558360"/>
              <a:ext cx="41040" cy="3816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26" h="1239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911;p34">
              <a:extLst>
                <a:ext uri="{FF2B5EF4-FFF2-40B4-BE49-F238E27FC236}">
                  <a16:creationId xmlns:a16="http://schemas.microsoft.com/office/drawing/2014/main" id="{93F306A7-451B-73F0-DDE5-3E359695A4FE}"/>
                </a:ext>
              </a:extLst>
            </p:cNvPr>
            <p:cNvSpPr/>
            <p:nvPr/>
          </p:nvSpPr>
          <p:spPr>
            <a:xfrm>
              <a:off x="790200" y="630000"/>
              <a:ext cx="90720" cy="2772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926" h="901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912;p34">
              <a:extLst>
                <a:ext uri="{FF2B5EF4-FFF2-40B4-BE49-F238E27FC236}">
                  <a16:creationId xmlns:a16="http://schemas.microsoft.com/office/drawing/2014/main" id="{DB2ED2EB-2C4A-6E78-7696-D1E43ED490D4}"/>
                </a:ext>
              </a:extLst>
            </p:cNvPr>
            <p:cNvSpPr/>
            <p:nvPr/>
          </p:nvSpPr>
          <p:spPr>
            <a:xfrm>
              <a:off x="791280" y="636840"/>
              <a:ext cx="87480" cy="2880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2825" h="938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913;p34">
              <a:extLst>
                <a:ext uri="{FF2B5EF4-FFF2-40B4-BE49-F238E27FC236}">
                  <a16:creationId xmlns:a16="http://schemas.microsoft.com/office/drawing/2014/main" id="{15FA25FD-FD4F-A599-A1D2-195D107A5E69}"/>
                </a:ext>
              </a:extLst>
            </p:cNvPr>
            <p:cNvSpPr/>
            <p:nvPr/>
          </p:nvSpPr>
          <p:spPr>
            <a:xfrm>
              <a:off x="981000" y="577440"/>
              <a:ext cx="22320" cy="705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726" h="2275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914;p34">
              <a:extLst>
                <a:ext uri="{FF2B5EF4-FFF2-40B4-BE49-F238E27FC236}">
                  <a16:creationId xmlns:a16="http://schemas.microsoft.com/office/drawing/2014/main" id="{EAD231D5-EC22-C016-DF62-D263C9291F04}"/>
                </a:ext>
              </a:extLst>
            </p:cNvPr>
            <p:cNvSpPr/>
            <p:nvPr/>
          </p:nvSpPr>
          <p:spPr>
            <a:xfrm>
              <a:off x="974520" y="579960"/>
              <a:ext cx="19800" cy="673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651" h="2175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915;p34">
              <a:extLst>
                <a:ext uri="{FF2B5EF4-FFF2-40B4-BE49-F238E27FC236}">
                  <a16:creationId xmlns:a16="http://schemas.microsoft.com/office/drawing/2014/main" id="{B64D1217-09A6-9E2D-DE61-4E90137DB70E}"/>
                </a:ext>
              </a:extLst>
            </p:cNvPr>
            <p:cNvSpPr/>
            <p:nvPr/>
          </p:nvSpPr>
          <p:spPr>
            <a:xfrm>
              <a:off x="1313640" y="653760"/>
              <a:ext cx="102960" cy="33120"/>
            </a:xfrm>
            <a:custGeom>
              <a:avLst/>
              <a:gdLst>
                <a:gd name="textAreaLeft" fmla="*/ 0 w 102960"/>
                <a:gd name="textAreaRight" fmla="*/ 103320 w 10296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3325" h="1076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916;p34">
              <a:extLst>
                <a:ext uri="{FF2B5EF4-FFF2-40B4-BE49-F238E27FC236}">
                  <a16:creationId xmlns:a16="http://schemas.microsoft.com/office/drawing/2014/main" id="{67466FB5-05E7-E8FD-B0DF-5708A28FCCBA}"/>
                </a:ext>
              </a:extLst>
            </p:cNvPr>
            <p:cNvSpPr/>
            <p:nvPr/>
          </p:nvSpPr>
          <p:spPr>
            <a:xfrm>
              <a:off x="1314000" y="659520"/>
              <a:ext cx="124920" cy="381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024" h="1239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917;p34">
              <a:extLst>
                <a:ext uri="{FF2B5EF4-FFF2-40B4-BE49-F238E27FC236}">
                  <a16:creationId xmlns:a16="http://schemas.microsoft.com/office/drawing/2014/main" id="{9320FD31-6328-0BA5-0204-276D528B2A20}"/>
                </a:ext>
              </a:extLst>
            </p:cNvPr>
            <p:cNvSpPr/>
            <p:nvPr/>
          </p:nvSpPr>
          <p:spPr>
            <a:xfrm>
              <a:off x="565200" y="841320"/>
              <a:ext cx="248760" cy="685800"/>
            </a:xfrm>
            <a:custGeom>
              <a:avLst/>
              <a:gdLst>
                <a:gd name="textAreaLeft" fmla="*/ 0 w 248760"/>
                <a:gd name="textAreaRight" fmla="*/ 249120 w 248760"/>
                <a:gd name="textAreaTop" fmla="*/ 0 h 685800"/>
                <a:gd name="textAreaBottom" fmla="*/ 686160 h 685800"/>
              </a:gdLst>
              <a:ahLst/>
              <a:cxnLst/>
              <a:rect l="textAreaLeft" t="textAreaTop" r="textAreaRight" b="textAreaBottom"/>
              <a:pathLst>
                <a:path w="7999" h="22046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918;p34">
              <a:extLst>
                <a:ext uri="{FF2B5EF4-FFF2-40B4-BE49-F238E27FC236}">
                  <a16:creationId xmlns:a16="http://schemas.microsoft.com/office/drawing/2014/main" id="{B2F15509-2446-FA09-C09D-5A25BAF3E9BC}"/>
                </a:ext>
              </a:extLst>
            </p:cNvPr>
            <p:cNvSpPr/>
            <p:nvPr/>
          </p:nvSpPr>
          <p:spPr>
            <a:xfrm>
              <a:off x="785880" y="847440"/>
              <a:ext cx="150840" cy="22500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4862" h="7237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919;p34">
              <a:extLst>
                <a:ext uri="{FF2B5EF4-FFF2-40B4-BE49-F238E27FC236}">
                  <a16:creationId xmlns:a16="http://schemas.microsoft.com/office/drawing/2014/main" id="{23DB0E57-BE66-175E-C1B3-C9FB2DFEFBA3}"/>
                </a:ext>
              </a:extLst>
            </p:cNvPr>
            <p:cNvSpPr/>
            <p:nvPr/>
          </p:nvSpPr>
          <p:spPr>
            <a:xfrm>
              <a:off x="759240" y="915120"/>
              <a:ext cx="95760" cy="907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3087" h="2925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920;p34">
              <a:extLst>
                <a:ext uri="{FF2B5EF4-FFF2-40B4-BE49-F238E27FC236}">
                  <a16:creationId xmlns:a16="http://schemas.microsoft.com/office/drawing/2014/main" id="{52684D33-5D75-D4ED-15CB-DE1D0AE2CCEB}"/>
                </a:ext>
              </a:extLst>
            </p:cNvPr>
            <p:cNvSpPr/>
            <p:nvPr/>
          </p:nvSpPr>
          <p:spPr>
            <a:xfrm>
              <a:off x="847440" y="972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4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921;p34">
              <a:extLst>
                <a:ext uri="{FF2B5EF4-FFF2-40B4-BE49-F238E27FC236}">
                  <a16:creationId xmlns:a16="http://schemas.microsoft.com/office/drawing/2014/main" id="{7C1850D5-5876-496F-E4CC-2F99AEBB7D00}"/>
                </a:ext>
              </a:extLst>
            </p:cNvPr>
            <p:cNvSpPr/>
            <p:nvPr/>
          </p:nvSpPr>
          <p:spPr>
            <a:xfrm>
              <a:off x="625320" y="732960"/>
              <a:ext cx="129240" cy="256680"/>
            </a:xfrm>
            <a:custGeom>
              <a:avLst/>
              <a:gdLst>
                <a:gd name="textAreaLeft" fmla="*/ 0 w 129240"/>
                <a:gd name="textAreaRight" fmla="*/ 129600 w 12924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4162" h="82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922;p34">
              <a:extLst>
                <a:ext uri="{FF2B5EF4-FFF2-40B4-BE49-F238E27FC236}">
                  <a16:creationId xmlns:a16="http://schemas.microsoft.com/office/drawing/2014/main" id="{36649066-994A-B32B-86F0-A307287B7592}"/>
                </a:ext>
              </a:extLst>
            </p:cNvPr>
            <p:cNvSpPr/>
            <p:nvPr/>
          </p:nvSpPr>
          <p:spPr>
            <a:xfrm>
              <a:off x="631440" y="1056960"/>
              <a:ext cx="101160" cy="1098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3262" h="3538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923;p34">
              <a:extLst>
                <a:ext uri="{FF2B5EF4-FFF2-40B4-BE49-F238E27FC236}">
                  <a16:creationId xmlns:a16="http://schemas.microsoft.com/office/drawing/2014/main" id="{DC0AE2F3-99D2-E6DB-D9E4-158A5672E0CD}"/>
                </a:ext>
              </a:extLst>
            </p:cNvPr>
            <p:cNvSpPr/>
            <p:nvPr/>
          </p:nvSpPr>
          <p:spPr>
            <a:xfrm>
              <a:off x="664200" y="1195560"/>
              <a:ext cx="54360" cy="4104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763" h="1326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924;p34">
              <a:extLst>
                <a:ext uri="{FF2B5EF4-FFF2-40B4-BE49-F238E27FC236}">
                  <a16:creationId xmlns:a16="http://schemas.microsoft.com/office/drawing/2014/main" id="{D7E30709-E364-33BB-6E45-205FD3C294D9}"/>
                </a:ext>
              </a:extLst>
            </p:cNvPr>
            <p:cNvSpPr/>
            <p:nvPr/>
          </p:nvSpPr>
          <p:spPr>
            <a:xfrm>
              <a:off x="689040" y="708840"/>
              <a:ext cx="39600" cy="3924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88" h="1275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925;p34">
              <a:extLst>
                <a:ext uri="{FF2B5EF4-FFF2-40B4-BE49-F238E27FC236}">
                  <a16:creationId xmlns:a16="http://schemas.microsoft.com/office/drawing/2014/main" id="{61FE3B88-DAD9-EAF5-AB55-41CCB9E079D2}"/>
                </a:ext>
              </a:extLst>
            </p:cNvPr>
            <p:cNvSpPr/>
            <p:nvPr/>
          </p:nvSpPr>
          <p:spPr>
            <a:xfrm>
              <a:off x="668160" y="803520"/>
              <a:ext cx="140400" cy="9612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4525" h="3100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926;p34">
              <a:extLst>
                <a:ext uri="{FF2B5EF4-FFF2-40B4-BE49-F238E27FC236}">
                  <a16:creationId xmlns:a16="http://schemas.microsoft.com/office/drawing/2014/main" id="{012A2953-90CC-322A-CAC5-BE79BB46E7C9}"/>
                </a:ext>
              </a:extLst>
            </p:cNvPr>
            <p:cNvSpPr/>
            <p:nvPr/>
          </p:nvSpPr>
          <p:spPr>
            <a:xfrm>
              <a:off x="794160" y="783000"/>
              <a:ext cx="39960" cy="3816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01" h="1238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927;p34">
              <a:extLst>
                <a:ext uri="{FF2B5EF4-FFF2-40B4-BE49-F238E27FC236}">
                  <a16:creationId xmlns:a16="http://schemas.microsoft.com/office/drawing/2014/main" id="{D06A81DF-58AB-E295-70EF-D548A8743716}"/>
                </a:ext>
              </a:extLst>
            </p:cNvPr>
            <p:cNvSpPr/>
            <p:nvPr/>
          </p:nvSpPr>
          <p:spPr>
            <a:xfrm>
              <a:off x="815040" y="843480"/>
              <a:ext cx="12240" cy="720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1" h="239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928;p34">
              <a:extLst>
                <a:ext uri="{FF2B5EF4-FFF2-40B4-BE49-F238E27FC236}">
                  <a16:creationId xmlns:a16="http://schemas.microsoft.com/office/drawing/2014/main" id="{C68DD7EF-DB5A-4F6F-BB38-FD2F90CE3F16}"/>
                </a:ext>
              </a:extLst>
            </p:cNvPr>
            <p:cNvSpPr/>
            <p:nvPr/>
          </p:nvSpPr>
          <p:spPr>
            <a:xfrm>
              <a:off x="778320" y="1008000"/>
              <a:ext cx="8640" cy="122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88" h="400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929;p34">
              <a:extLst>
                <a:ext uri="{FF2B5EF4-FFF2-40B4-BE49-F238E27FC236}">
                  <a16:creationId xmlns:a16="http://schemas.microsoft.com/office/drawing/2014/main" id="{FDEF7ED7-C84A-0C94-5870-5633B5019B9E}"/>
                </a:ext>
              </a:extLst>
            </p:cNvPr>
            <p:cNvSpPr/>
            <p:nvPr/>
          </p:nvSpPr>
          <p:spPr>
            <a:xfrm>
              <a:off x="616680" y="832320"/>
              <a:ext cx="34200" cy="19476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1113" h="6274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930;p34">
              <a:extLst>
                <a:ext uri="{FF2B5EF4-FFF2-40B4-BE49-F238E27FC236}">
                  <a16:creationId xmlns:a16="http://schemas.microsoft.com/office/drawing/2014/main" id="{5F5D3BA8-20EB-345B-C7C5-5A204946BE11}"/>
                </a:ext>
              </a:extLst>
            </p:cNvPr>
            <p:cNvSpPr/>
            <p:nvPr/>
          </p:nvSpPr>
          <p:spPr>
            <a:xfrm>
              <a:off x="616680" y="805680"/>
              <a:ext cx="38160" cy="4104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38" h="1326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931;p34">
              <a:extLst>
                <a:ext uri="{FF2B5EF4-FFF2-40B4-BE49-F238E27FC236}">
                  <a16:creationId xmlns:a16="http://schemas.microsoft.com/office/drawing/2014/main" id="{BA135DC7-58D3-7713-F969-0D8DA21E721F}"/>
                </a:ext>
              </a:extLst>
            </p:cNvPr>
            <p:cNvSpPr/>
            <p:nvPr/>
          </p:nvSpPr>
          <p:spPr>
            <a:xfrm>
              <a:off x="688320" y="750600"/>
              <a:ext cx="27720" cy="903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901" h="2912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932;p34">
              <a:extLst>
                <a:ext uri="{FF2B5EF4-FFF2-40B4-BE49-F238E27FC236}">
                  <a16:creationId xmlns:a16="http://schemas.microsoft.com/office/drawing/2014/main" id="{CD6DE5E4-A5EE-969C-3686-4DFBA47CB2F6}"/>
                </a:ext>
              </a:extLst>
            </p:cNvPr>
            <p:cNvSpPr/>
            <p:nvPr/>
          </p:nvSpPr>
          <p:spPr>
            <a:xfrm>
              <a:off x="695160" y="751680"/>
              <a:ext cx="29160" cy="8748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951" h="2825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933;p34">
              <a:extLst>
                <a:ext uri="{FF2B5EF4-FFF2-40B4-BE49-F238E27FC236}">
                  <a16:creationId xmlns:a16="http://schemas.microsoft.com/office/drawing/2014/main" id="{63DDCD6F-F747-5A81-D7E0-0FF44FC55E9E}"/>
                </a:ext>
              </a:extLst>
            </p:cNvPr>
            <p:cNvSpPr/>
            <p:nvPr/>
          </p:nvSpPr>
          <p:spPr>
            <a:xfrm>
              <a:off x="635400" y="941040"/>
              <a:ext cx="70560" cy="223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2275" h="726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934;p34">
              <a:extLst>
                <a:ext uri="{FF2B5EF4-FFF2-40B4-BE49-F238E27FC236}">
                  <a16:creationId xmlns:a16="http://schemas.microsoft.com/office/drawing/2014/main" id="{C0502213-C02F-7CB7-A458-893459243A6A}"/>
                </a:ext>
              </a:extLst>
            </p:cNvPr>
            <p:cNvSpPr/>
            <p:nvPr/>
          </p:nvSpPr>
          <p:spPr>
            <a:xfrm>
              <a:off x="635760" y="928800"/>
              <a:ext cx="69120" cy="2556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25560"/>
                <a:gd name="textAreaBottom" fmla="*/ 25920 h 25560"/>
              </a:gdLst>
              <a:ahLst/>
              <a:cxnLst/>
              <a:rect l="textAreaLeft" t="textAreaTop" r="textAreaRight" b="textAreaBottom"/>
              <a:pathLst>
                <a:path w="2238" h="8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935;p34">
              <a:extLst>
                <a:ext uri="{FF2B5EF4-FFF2-40B4-BE49-F238E27FC236}">
                  <a16:creationId xmlns:a16="http://schemas.microsoft.com/office/drawing/2014/main" id="{FA53572F-ECC9-4CB5-3285-0269EB0FA04C}"/>
                </a:ext>
              </a:extLst>
            </p:cNvPr>
            <p:cNvSpPr/>
            <p:nvPr/>
          </p:nvSpPr>
          <p:spPr>
            <a:xfrm>
              <a:off x="712080" y="1274040"/>
              <a:ext cx="33120" cy="10260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075" h="3313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936;p34">
              <a:extLst>
                <a:ext uri="{FF2B5EF4-FFF2-40B4-BE49-F238E27FC236}">
                  <a16:creationId xmlns:a16="http://schemas.microsoft.com/office/drawing/2014/main" id="{823318E5-C46F-2B3E-EDB2-774992E86C64}"/>
                </a:ext>
              </a:extLst>
            </p:cNvPr>
            <p:cNvSpPr/>
            <p:nvPr/>
          </p:nvSpPr>
          <p:spPr>
            <a:xfrm>
              <a:off x="717840" y="1274040"/>
              <a:ext cx="38160" cy="12528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1238" h="40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937;p34">
              <a:extLst>
                <a:ext uri="{FF2B5EF4-FFF2-40B4-BE49-F238E27FC236}">
                  <a16:creationId xmlns:a16="http://schemas.microsoft.com/office/drawing/2014/main" id="{B750B91C-A6E7-09B9-E7CC-C6338F14B561}"/>
                </a:ext>
              </a:extLst>
            </p:cNvPr>
            <p:cNvSpPr/>
            <p:nvPr/>
          </p:nvSpPr>
          <p:spPr>
            <a:xfrm>
              <a:off x="940320" y="885240"/>
              <a:ext cx="10080" cy="9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339" h="325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938;p34">
              <a:extLst>
                <a:ext uri="{FF2B5EF4-FFF2-40B4-BE49-F238E27FC236}">
                  <a16:creationId xmlns:a16="http://schemas.microsoft.com/office/drawing/2014/main" id="{06DB29E0-C609-73CB-154A-3C72BCE6DDC3}"/>
                </a:ext>
              </a:extLst>
            </p:cNvPr>
            <p:cNvSpPr/>
            <p:nvPr/>
          </p:nvSpPr>
          <p:spPr>
            <a:xfrm>
              <a:off x="948600" y="885240"/>
              <a:ext cx="72720" cy="183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350" h="60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939;p34">
              <a:extLst>
                <a:ext uri="{FF2B5EF4-FFF2-40B4-BE49-F238E27FC236}">
                  <a16:creationId xmlns:a16="http://schemas.microsoft.com/office/drawing/2014/main" id="{6E31D7AA-317A-47B0-FEE4-489B56BAB665}"/>
                </a:ext>
              </a:extLst>
            </p:cNvPr>
            <p:cNvSpPr/>
            <p:nvPr/>
          </p:nvSpPr>
          <p:spPr>
            <a:xfrm>
              <a:off x="990000" y="891360"/>
              <a:ext cx="31320" cy="208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013" h="688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940;p34">
              <a:extLst>
                <a:ext uri="{FF2B5EF4-FFF2-40B4-BE49-F238E27FC236}">
                  <a16:creationId xmlns:a16="http://schemas.microsoft.com/office/drawing/2014/main" id="{B1659A51-3DD5-C435-FB1B-EA54DEB5EB68}"/>
                </a:ext>
              </a:extLst>
            </p:cNvPr>
            <p:cNvSpPr/>
            <p:nvPr/>
          </p:nvSpPr>
          <p:spPr>
            <a:xfrm>
              <a:off x="939960" y="891360"/>
              <a:ext cx="32760" cy="68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063" h="2212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941;p34">
              <a:extLst>
                <a:ext uri="{FF2B5EF4-FFF2-40B4-BE49-F238E27FC236}">
                  <a16:creationId xmlns:a16="http://schemas.microsoft.com/office/drawing/2014/main" id="{6D2F25DB-5CC7-C181-A7A2-A2B797ECA348}"/>
                </a:ext>
              </a:extLst>
            </p:cNvPr>
            <p:cNvSpPr/>
            <p:nvPr/>
          </p:nvSpPr>
          <p:spPr>
            <a:xfrm>
              <a:off x="952920" y="918720"/>
              <a:ext cx="20880" cy="4284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688" h="13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942;p34">
              <a:extLst>
                <a:ext uri="{FF2B5EF4-FFF2-40B4-BE49-F238E27FC236}">
                  <a16:creationId xmlns:a16="http://schemas.microsoft.com/office/drawing/2014/main" id="{7892B41C-FB1B-AEF5-3458-2E0C3DE9FBEA}"/>
                </a:ext>
              </a:extLst>
            </p:cNvPr>
            <p:cNvSpPr/>
            <p:nvPr/>
          </p:nvSpPr>
          <p:spPr>
            <a:xfrm>
              <a:off x="966240" y="916560"/>
              <a:ext cx="28080" cy="136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914" h="451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3" name="Google Shape;943;p34">
              <a:extLst>
                <a:ext uri="{FF2B5EF4-FFF2-40B4-BE49-F238E27FC236}">
                  <a16:creationId xmlns:a16="http://schemas.microsoft.com/office/drawing/2014/main" id="{17ED9E49-8A10-D8C7-FEFA-44770A97540E}"/>
                </a:ext>
              </a:extLst>
            </p:cNvPr>
            <p:cNvSpPr/>
            <p:nvPr/>
          </p:nvSpPr>
          <p:spPr>
            <a:xfrm>
              <a:off x="975600" y="906120"/>
              <a:ext cx="19800" cy="241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651" h="789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4" name="Google Shape;944;p34">
              <a:extLst>
                <a:ext uri="{FF2B5EF4-FFF2-40B4-BE49-F238E27FC236}">
                  <a16:creationId xmlns:a16="http://schemas.microsoft.com/office/drawing/2014/main" id="{BEED5839-6569-953B-E583-07D9145CF73B}"/>
                </a:ext>
              </a:extLst>
            </p:cNvPr>
            <p:cNvSpPr/>
            <p:nvPr/>
          </p:nvSpPr>
          <p:spPr>
            <a:xfrm>
              <a:off x="978120" y="906480"/>
              <a:ext cx="21240" cy="828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689" h="276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945;p34">
              <a:extLst>
                <a:ext uri="{FF2B5EF4-FFF2-40B4-BE49-F238E27FC236}">
                  <a16:creationId xmlns:a16="http://schemas.microsoft.com/office/drawing/2014/main" id="{CB7219F8-D8D8-3576-3EB5-76EAF3064E0E}"/>
                </a:ext>
              </a:extLst>
            </p:cNvPr>
            <p:cNvSpPr/>
            <p:nvPr/>
          </p:nvSpPr>
          <p:spPr>
            <a:xfrm>
              <a:off x="988920" y="925920"/>
              <a:ext cx="35640" cy="2880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1" h="938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946;p34">
              <a:extLst>
                <a:ext uri="{FF2B5EF4-FFF2-40B4-BE49-F238E27FC236}">
                  <a16:creationId xmlns:a16="http://schemas.microsoft.com/office/drawing/2014/main" id="{61B56E96-9EA2-FCD2-4534-FE116A0D1F61}"/>
                </a:ext>
              </a:extLst>
            </p:cNvPr>
            <p:cNvSpPr/>
            <p:nvPr/>
          </p:nvSpPr>
          <p:spPr>
            <a:xfrm>
              <a:off x="7566480" y="519480"/>
              <a:ext cx="685800" cy="236520"/>
            </a:xfrm>
            <a:custGeom>
              <a:avLst/>
              <a:gdLst>
                <a:gd name="textAreaLeft" fmla="*/ 0 w 685800"/>
                <a:gd name="textAreaRight" fmla="*/ 686160 w 685800"/>
                <a:gd name="textAreaTop" fmla="*/ 0 h 236520"/>
                <a:gd name="textAreaBottom" fmla="*/ 236880 h 236520"/>
              </a:gdLst>
              <a:ahLst/>
              <a:cxnLst/>
              <a:rect l="textAreaLeft" t="textAreaTop" r="textAreaRight" b="textAreaBottom"/>
              <a:pathLst>
                <a:path w="22045" h="7611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947;p34">
              <a:extLst>
                <a:ext uri="{FF2B5EF4-FFF2-40B4-BE49-F238E27FC236}">
                  <a16:creationId xmlns:a16="http://schemas.microsoft.com/office/drawing/2014/main" id="{5D153137-5EE3-280F-FBBF-BB76EF9213F8}"/>
                </a:ext>
              </a:extLst>
            </p:cNvPr>
            <p:cNvSpPr/>
            <p:nvPr/>
          </p:nvSpPr>
          <p:spPr>
            <a:xfrm>
              <a:off x="8021520" y="727560"/>
              <a:ext cx="225000" cy="15084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150840"/>
                <a:gd name="textAreaBottom" fmla="*/ 151200 h 150840"/>
              </a:gdLst>
              <a:ahLst/>
              <a:cxnLst/>
              <a:rect l="textAreaLeft" t="textAreaTop" r="textAreaRight" b="textAreaBottom"/>
              <a:pathLst>
                <a:path w="7237" h="4863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0" bIns="75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948;p34">
              <a:extLst>
                <a:ext uri="{FF2B5EF4-FFF2-40B4-BE49-F238E27FC236}">
                  <a16:creationId xmlns:a16="http://schemas.microsoft.com/office/drawing/2014/main" id="{6DDFD211-0680-BD8D-FBF9-214F0700CD46}"/>
                </a:ext>
              </a:extLst>
            </p:cNvPr>
            <p:cNvSpPr/>
            <p:nvPr/>
          </p:nvSpPr>
          <p:spPr>
            <a:xfrm>
              <a:off x="8087760" y="700920"/>
              <a:ext cx="91080" cy="95760"/>
            </a:xfrm>
            <a:custGeom>
              <a:avLst/>
              <a:gdLst>
                <a:gd name="textAreaLeft" fmla="*/ 0 w 91080"/>
                <a:gd name="textAreaRight" fmla="*/ 91440 w 9108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938" h="308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949;p34">
              <a:extLst>
                <a:ext uri="{FF2B5EF4-FFF2-40B4-BE49-F238E27FC236}">
                  <a16:creationId xmlns:a16="http://schemas.microsoft.com/office/drawing/2014/main" id="{CA616691-9A01-7D4F-B4F5-3F434391DDD0}"/>
                </a:ext>
              </a:extLst>
            </p:cNvPr>
            <p:cNvSpPr/>
            <p:nvPr/>
          </p:nvSpPr>
          <p:spPr>
            <a:xfrm>
              <a:off x="8121600" y="7891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3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950;p34">
              <a:extLst>
                <a:ext uri="{FF2B5EF4-FFF2-40B4-BE49-F238E27FC236}">
                  <a16:creationId xmlns:a16="http://schemas.microsoft.com/office/drawing/2014/main" id="{52B9940B-5061-DFEA-2F32-27B9A25B2B59}"/>
                </a:ext>
              </a:extLst>
            </p:cNvPr>
            <p:cNvSpPr/>
            <p:nvPr/>
          </p:nvSpPr>
          <p:spPr>
            <a:xfrm>
              <a:off x="8103960" y="567360"/>
              <a:ext cx="256680" cy="12924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129240"/>
                <a:gd name="textAreaBottom" fmla="*/ 129600 h 129240"/>
              </a:gdLst>
              <a:ahLst/>
              <a:cxnLst/>
              <a:rect l="textAreaLeft" t="textAreaTop" r="textAreaRight" b="textAreaBottom"/>
              <a:pathLst>
                <a:path w="8262" h="41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951;p34">
              <a:extLst>
                <a:ext uri="{FF2B5EF4-FFF2-40B4-BE49-F238E27FC236}">
                  <a16:creationId xmlns:a16="http://schemas.microsoft.com/office/drawing/2014/main" id="{01B0DBC1-3363-D12A-4BDE-460D8A8FD851}"/>
                </a:ext>
              </a:extLst>
            </p:cNvPr>
            <p:cNvSpPr/>
            <p:nvPr/>
          </p:nvSpPr>
          <p:spPr>
            <a:xfrm>
              <a:off x="7927200" y="573480"/>
              <a:ext cx="109800" cy="9936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538" h="3200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952;p34">
              <a:extLst>
                <a:ext uri="{FF2B5EF4-FFF2-40B4-BE49-F238E27FC236}">
                  <a16:creationId xmlns:a16="http://schemas.microsoft.com/office/drawing/2014/main" id="{A52D274A-5220-BDE6-78B0-2FD04D3E0F6B}"/>
                </a:ext>
              </a:extLst>
            </p:cNvPr>
            <p:cNvSpPr/>
            <p:nvPr/>
          </p:nvSpPr>
          <p:spPr>
            <a:xfrm>
              <a:off x="7857720" y="606240"/>
              <a:ext cx="41040" cy="540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54000"/>
                <a:gd name="textAreaBottom" fmla="*/ 54360 h 54000"/>
              </a:gdLst>
              <a:ahLst/>
              <a:cxnLst/>
              <a:rect l="textAreaLeft" t="textAreaTop" r="textAreaRight" b="textAreaBottom"/>
              <a:pathLst>
                <a:path w="1325" h="1751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953;p34">
              <a:extLst>
                <a:ext uri="{FF2B5EF4-FFF2-40B4-BE49-F238E27FC236}">
                  <a16:creationId xmlns:a16="http://schemas.microsoft.com/office/drawing/2014/main" id="{0B29B11C-A7F8-CDE3-54D8-E77D26D5F097}"/>
                </a:ext>
              </a:extLst>
            </p:cNvPr>
            <p:cNvSpPr/>
            <p:nvPr/>
          </p:nvSpPr>
          <p:spPr>
            <a:xfrm>
              <a:off x="8345520" y="63108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5" h="1276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954;p34">
              <a:extLst>
                <a:ext uri="{FF2B5EF4-FFF2-40B4-BE49-F238E27FC236}">
                  <a16:creationId xmlns:a16="http://schemas.microsoft.com/office/drawing/2014/main" id="{B29973C2-A526-F35B-8CED-6067DCD60250}"/>
                </a:ext>
              </a:extLst>
            </p:cNvPr>
            <p:cNvSpPr/>
            <p:nvPr/>
          </p:nvSpPr>
          <p:spPr>
            <a:xfrm>
              <a:off x="8193960" y="609840"/>
              <a:ext cx="96480" cy="14040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113" h="4525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955;p34">
              <a:extLst>
                <a:ext uri="{FF2B5EF4-FFF2-40B4-BE49-F238E27FC236}">
                  <a16:creationId xmlns:a16="http://schemas.microsoft.com/office/drawing/2014/main" id="{270E2B9C-3EEC-6AA5-6A32-2174B4833D5D}"/>
                </a:ext>
              </a:extLst>
            </p:cNvPr>
            <p:cNvSpPr/>
            <p:nvPr/>
          </p:nvSpPr>
          <p:spPr>
            <a:xfrm>
              <a:off x="8272800" y="735840"/>
              <a:ext cx="37800" cy="39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226" h="1301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956;p34">
              <a:extLst>
                <a:ext uri="{FF2B5EF4-FFF2-40B4-BE49-F238E27FC236}">
                  <a16:creationId xmlns:a16="http://schemas.microsoft.com/office/drawing/2014/main" id="{B3D963F5-456F-B729-F462-F88DED7605B4}"/>
                </a:ext>
              </a:extLst>
            </p:cNvPr>
            <p:cNvSpPr/>
            <p:nvPr/>
          </p:nvSpPr>
          <p:spPr>
            <a:xfrm>
              <a:off x="8243280" y="757080"/>
              <a:ext cx="6840" cy="1188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880"/>
                <a:gd name="textAreaBottom" fmla="*/ 12240 h 11880"/>
              </a:gdLst>
              <a:ahLst/>
              <a:cxnLst/>
              <a:rect l="textAreaLeft" t="textAreaTop" r="textAreaRight" b="textAreaBottom"/>
              <a:pathLst>
                <a:path w="226" h="389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957;p34">
              <a:extLst>
                <a:ext uri="{FF2B5EF4-FFF2-40B4-BE49-F238E27FC236}">
                  <a16:creationId xmlns:a16="http://schemas.microsoft.com/office/drawing/2014/main" id="{F49C65E8-278A-A85D-1850-C9879D00EED7}"/>
                </a:ext>
              </a:extLst>
            </p:cNvPr>
            <p:cNvSpPr/>
            <p:nvPr/>
          </p:nvSpPr>
          <p:spPr>
            <a:xfrm>
              <a:off x="8073720" y="720360"/>
              <a:ext cx="12240" cy="82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00" h="276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958;p34">
              <a:extLst>
                <a:ext uri="{FF2B5EF4-FFF2-40B4-BE49-F238E27FC236}">
                  <a16:creationId xmlns:a16="http://schemas.microsoft.com/office/drawing/2014/main" id="{55799FE9-6FF7-2D5F-7C1E-1CDF0177D2C1}"/>
                </a:ext>
              </a:extLst>
            </p:cNvPr>
            <p:cNvSpPr/>
            <p:nvPr/>
          </p:nvSpPr>
          <p:spPr>
            <a:xfrm>
              <a:off x="8066880" y="558720"/>
              <a:ext cx="194760" cy="3384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3840"/>
                <a:gd name="textAreaBottom" fmla="*/ 34200 h 33840"/>
              </a:gdLst>
              <a:ahLst/>
              <a:cxnLst/>
              <a:rect l="textAreaLeft" t="textAreaTop" r="textAreaRight" b="textAreaBottom"/>
              <a:pathLst>
                <a:path w="6274" h="1101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920" bIns="16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959;p34">
              <a:extLst>
                <a:ext uri="{FF2B5EF4-FFF2-40B4-BE49-F238E27FC236}">
                  <a16:creationId xmlns:a16="http://schemas.microsoft.com/office/drawing/2014/main" id="{C857130C-487E-42DB-D84B-DD6F84374432}"/>
                </a:ext>
              </a:extLst>
            </p:cNvPr>
            <p:cNvSpPr/>
            <p:nvPr/>
          </p:nvSpPr>
          <p:spPr>
            <a:xfrm>
              <a:off x="8247240" y="558360"/>
              <a:ext cx="41040" cy="3816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26" h="1239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960;p34">
              <a:extLst>
                <a:ext uri="{FF2B5EF4-FFF2-40B4-BE49-F238E27FC236}">
                  <a16:creationId xmlns:a16="http://schemas.microsoft.com/office/drawing/2014/main" id="{4250E3DA-0531-1950-D893-21782243B04C}"/>
                </a:ext>
              </a:extLst>
            </p:cNvPr>
            <p:cNvSpPr/>
            <p:nvPr/>
          </p:nvSpPr>
          <p:spPr>
            <a:xfrm>
              <a:off x="8253000" y="630000"/>
              <a:ext cx="90360" cy="2772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912" h="901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961;p34">
              <a:extLst>
                <a:ext uri="{FF2B5EF4-FFF2-40B4-BE49-F238E27FC236}">
                  <a16:creationId xmlns:a16="http://schemas.microsoft.com/office/drawing/2014/main" id="{0F185E3E-61C6-E74A-F213-35F48B5D70E4}"/>
                </a:ext>
              </a:extLst>
            </p:cNvPr>
            <p:cNvSpPr/>
            <p:nvPr/>
          </p:nvSpPr>
          <p:spPr>
            <a:xfrm>
              <a:off x="8254800" y="636840"/>
              <a:ext cx="87120" cy="28800"/>
            </a:xfrm>
            <a:custGeom>
              <a:avLst/>
              <a:gdLst>
                <a:gd name="textAreaLeft" fmla="*/ 0 w 87120"/>
                <a:gd name="textAreaRight" fmla="*/ 87480 w 8712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2813" h="938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962;p34">
              <a:extLst>
                <a:ext uri="{FF2B5EF4-FFF2-40B4-BE49-F238E27FC236}">
                  <a16:creationId xmlns:a16="http://schemas.microsoft.com/office/drawing/2014/main" id="{40C6579A-CE93-D1AC-85B5-F15D92C62BB6}"/>
                </a:ext>
              </a:extLst>
            </p:cNvPr>
            <p:cNvSpPr/>
            <p:nvPr/>
          </p:nvSpPr>
          <p:spPr>
            <a:xfrm>
              <a:off x="8130600" y="577440"/>
              <a:ext cx="22320" cy="705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726" h="2275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3" name="Google Shape;963;p34">
              <a:extLst>
                <a:ext uri="{FF2B5EF4-FFF2-40B4-BE49-F238E27FC236}">
                  <a16:creationId xmlns:a16="http://schemas.microsoft.com/office/drawing/2014/main" id="{7A489655-F36B-13B1-95C7-54B74AF05EF2}"/>
                </a:ext>
              </a:extLst>
            </p:cNvPr>
            <p:cNvSpPr/>
            <p:nvPr/>
          </p:nvSpPr>
          <p:spPr>
            <a:xfrm>
              <a:off x="8139600" y="579960"/>
              <a:ext cx="19440" cy="673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639" h="2175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964;p34">
              <a:extLst>
                <a:ext uri="{FF2B5EF4-FFF2-40B4-BE49-F238E27FC236}">
                  <a16:creationId xmlns:a16="http://schemas.microsoft.com/office/drawing/2014/main" id="{E9BD5623-82E4-F2CD-2220-29250179EE06}"/>
                </a:ext>
              </a:extLst>
            </p:cNvPr>
            <p:cNvSpPr/>
            <p:nvPr/>
          </p:nvSpPr>
          <p:spPr>
            <a:xfrm>
              <a:off x="7716600" y="653760"/>
              <a:ext cx="102600" cy="331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3312" h="1076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965;p34">
              <a:extLst>
                <a:ext uri="{FF2B5EF4-FFF2-40B4-BE49-F238E27FC236}">
                  <a16:creationId xmlns:a16="http://schemas.microsoft.com/office/drawing/2014/main" id="{FC46500C-F3BF-F974-560C-711F37789703}"/>
                </a:ext>
              </a:extLst>
            </p:cNvPr>
            <p:cNvSpPr/>
            <p:nvPr/>
          </p:nvSpPr>
          <p:spPr>
            <a:xfrm>
              <a:off x="7694640" y="659520"/>
              <a:ext cx="124920" cy="381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025" h="1239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966;p34">
              <a:extLst>
                <a:ext uri="{FF2B5EF4-FFF2-40B4-BE49-F238E27FC236}">
                  <a16:creationId xmlns:a16="http://schemas.microsoft.com/office/drawing/2014/main" id="{49AC2D60-E2E2-2662-11E0-75E387212734}"/>
                </a:ext>
              </a:extLst>
            </p:cNvPr>
            <p:cNvSpPr/>
            <p:nvPr/>
          </p:nvSpPr>
          <p:spPr>
            <a:xfrm>
              <a:off x="8319960" y="841320"/>
              <a:ext cx="248760" cy="685800"/>
            </a:xfrm>
            <a:custGeom>
              <a:avLst/>
              <a:gdLst>
                <a:gd name="textAreaLeft" fmla="*/ 0 w 248760"/>
                <a:gd name="textAreaRight" fmla="*/ 249120 w 248760"/>
                <a:gd name="textAreaTop" fmla="*/ 0 h 685800"/>
                <a:gd name="textAreaBottom" fmla="*/ 686160 h 685800"/>
              </a:gdLst>
              <a:ahLst/>
              <a:cxnLst/>
              <a:rect l="textAreaLeft" t="textAreaTop" r="textAreaRight" b="textAreaBottom"/>
              <a:pathLst>
                <a:path w="7999" h="22046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967;p34">
              <a:extLst>
                <a:ext uri="{FF2B5EF4-FFF2-40B4-BE49-F238E27FC236}">
                  <a16:creationId xmlns:a16="http://schemas.microsoft.com/office/drawing/2014/main" id="{0D91498B-08E5-8462-4CE9-8697E70F4B90}"/>
                </a:ext>
              </a:extLst>
            </p:cNvPr>
            <p:cNvSpPr/>
            <p:nvPr/>
          </p:nvSpPr>
          <p:spPr>
            <a:xfrm>
              <a:off x="8196480" y="847440"/>
              <a:ext cx="150840" cy="22500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4862" h="7237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968;p34">
              <a:extLst>
                <a:ext uri="{FF2B5EF4-FFF2-40B4-BE49-F238E27FC236}">
                  <a16:creationId xmlns:a16="http://schemas.microsoft.com/office/drawing/2014/main" id="{D1DA2D5C-11C0-3D0B-DD28-BDD2C3D1240C}"/>
                </a:ext>
              </a:extLst>
            </p:cNvPr>
            <p:cNvSpPr/>
            <p:nvPr/>
          </p:nvSpPr>
          <p:spPr>
            <a:xfrm>
              <a:off x="8278560" y="915120"/>
              <a:ext cx="95760" cy="9072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0720"/>
                <a:gd name="textAreaBottom" fmla="*/ 91080 h 90720"/>
              </a:gdLst>
              <a:ahLst/>
              <a:cxnLst/>
              <a:rect l="textAreaLeft" t="textAreaTop" r="textAreaRight" b="textAreaBottom"/>
              <a:pathLst>
                <a:path w="3088" h="2925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969;p34">
              <a:extLst>
                <a:ext uri="{FF2B5EF4-FFF2-40B4-BE49-F238E27FC236}">
                  <a16:creationId xmlns:a16="http://schemas.microsoft.com/office/drawing/2014/main" id="{9D79DBE2-2263-F1DC-6522-E06900F3E487}"/>
                </a:ext>
              </a:extLst>
            </p:cNvPr>
            <p:cNvSpPr/>
            <p:nvPr/>
          </p:nvSpPr>
          <p:spPr>
            <a:xfrm>
              <a:off x="8286480" y="97272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4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970;p34">
              <a:extLst>
                <a:ext uri="{FF2B5EF4-FFF2-40B4-BE49-F238E27FC236}">
                  <a16:creationId xmlns:a16="http://schemas.microsoft.com/office/drawing/2014/main" id="{A95C8117-4135-FFD6-533D-D2FD741FB867}"/>
                </a:ext>
              </a:extLst>
            </p:cNvPr>
            <p:cNvSpPr/>
            <p:nvPr/>
          </p:nvSpPr>
          <p:spPr>
            <a:xfrm>
              <a:off x="8379000" y="732960"/>
              <a:ext cx="129240" cy="256680"/>
            </a:xfrm>
            <a:custGeom>
              <a:avLst/>
              <a:gdLst>
                <a:gd name="textAreaLeft" fmla="*/ 0 w 129240"/>
                <a:gd name="textAreaRight" fmla="*/ 129600 w 12924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4163" h="8262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971;p34">
              <a:extLst>
                <a:ext uri="{FF2B5EF4-FFF2-40B4-BE49-F238E27FC236}">
                  <a16:creationId xmlns:a16="http://schemas.microsoft.com/office/drawing/2014/main" id="{1381A869-545F-99CF-2904-8FCEDCF33015}"/>
                </a:ext>
              </a:extLst>
            </p:cNvPr>
            <p:cNvSpPr/>
            <p:nvPr/>
          </p:nvSpPr>
          <p:spPr>
            <a:xfrm>
              <a:off x="8400960" y="1056960"/>
              <a:ext cx="101160" cy="1098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109800"/>
                <a:gd name="textAreaBottom" fmla="*/ 110160 h 109800"/>
              </a:gdLst>
              <a:ahLst/>
              <a:cxnLst/>
              <a:rect l="textAreaLeft" t="textAreaTop" r="textAreaRight" b="textAreaBottom"/>
              <a:pathLst>
                <a:path w="3263" h="3538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972;p34">
              <a:extLst>
                <a:ext uri="{FF2B5EF4-FFF2-40B4-BE49-F238E27FC236}">
                  <a16:creationId xmlns:a16="http://schemas.microsoft.com/office/drawing/2014/main" id="{4FF382A4-F5B4-AB0F-FE10-84DE64CE574E}"/>
                </a:ext>
              </a:extLst>
            </p:cNvPr>
            <p:cNvSpPr/>
            <p:nvPr/>
          </p:nvSpPr>
          <p:spPr>
            <a:xfrm>
              <a:off x="8414640" y="1195560"/>
              <a:ext cx="54360" cy="41040"/>
            </a:xfrm>
            <a:custGeom>
              <a:avLst/>
              <a:gdLst>
                <a:gd name="textAreaLeft" fmla="*/ 0 w 54360"/>
                <a:gd name="textAreaRight" fmla="*/ 54720 w 543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763" h="1326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973;p34">
              <a:extLst>
                <a:ext uri="{FF2B5EF4-FFF2-40B4-BE49-F238E27FC236}">
                  <a16:creationId xmlns:a16="http://schemas.microsoft.com/office/drawing/2014/main" id="{53997F1B-EF50-4C43-CDD8-E579B471EDFF}"/>
                </a:ext>
              </a:extLst>
            </p:cNvPr>
            <p:cNvSpPr/>
            <p:nvPr/>
          </p:nvSpPr>
          <p:spPr>
            <a:xfrm>
              <a:off x="8404560" y="708840"/>
              <a:ext cx="39600" cy="3924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88" h="1275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974;p34">
              <a:extLst>
                <a:ext uri="{FF2B5EF4-FFF2-40B4-BE49-F238E27FC236}">
                  <a16:creationId xmlns:a16="http://schemas.microsoft.com/office/drawing/2014/main" id="{0122840F-0FFC-495E-671A-23CF0B644A41}"/>
                </a:ext>
              </a:extLst>
            </p:cNvPr>
            <p:cNvSpPr/>
            <p:nvPr/>
          </p:nvSpPr>
          <p:spPr>
            <a:xfrm>
              <a:off x="8325360" y="803520"/>
              <a:ext cx="140400" cy="9612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4525" h="3100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975;p34">
              <a:extLst>
                <a:ext uri="{FF2B5EF4-FFF2-40B4-BE49-F238E27FC236}">
                  <a16:creationId xmlns:a16="http://schemas.microsoft.com/office/drawing/2014/main" id="{9F2D0F9B-954C-34DA-4366-914B8352E492}"/>
                </a:ext>
              </a:extLst>
            </p:cNvPr>
            <p:cNvSpPr/>
            <p:nvPr/>
          </p:nvSpPr>
          <p:spPr>
            <a:xfrm>
              <a:off x="8299440" y="783000"/>
              <a:ext cx="39960" cy="3816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00" h="1238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976;p34">
              <a:extLst>
                <a:ext uri="{FF2B5EF4-FFF2-40B4-BE49-F238E27FC236}">
                  <a16:creationId xmlns:a16="http://schemas.microsoft.com/office/drawing/2014/main" id="{A173D92C-4BA8-D57D-013D-6348FBC610A2}"/>
                </a:ext>
              </a:extLst>
            </p:cNvPr>
            <p:cNvSpPr/>
            <p:nvPr/>
          </p:nvSpPr>
          <p:spPr>
            <a:xfrm>
              <a:off x="8306280" y="843480"/>
              <a:ext cx="12240" cy="720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400" h="239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977;p34">
              <a:extLst>
                <a:ext uri="{FF2B5EF4-FFF2-40B4-BE49-F238E27FC236}">
                  <a16:creationId xmlns:a16="http://schemas.microsoft.com/office/drawing/2014/main" id="{1D8AE358-2D10-4C53-662F-AC2D2943BA5B}"/>
                </a:ext>
              </a:extLst>
            </p:cNvPr>
            <p:cNvSpPr/>
            <p:nvPr/>
          </p:nvSpPr>
          <p:spPr>
            <a:xfrm>
              <a:off x="8346600" y="1008000"/>
              <a:ext cx="8640" cy="1224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89" h="400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978;p34">
              <a:extLst>
                <a:ext uri="{FF2B5EF4-FFF2-40B4-BE49-F238E27FC236}">
                  <a16:creationId xmlns:a16="http://schemas.microsoft.com/office/drawing/2014/main" id="{A971E983-95AB-BBC4-139F-D1A0AC6E230B}"/>
                </a:ext>
              </a:extLst>
            </p:cNvPr>
            <p:cNvSpPr/>
            <p:nvPr/>
          </p:nvSpPr>
          <p:spPr>
            <a:xfrm>
              <a:off x="8482320" y="832320"/>
              <a:ext cx="34200" cy="19476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1113" h="6274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979;p34">
              <a:extLst>
                <a:ext uri="{FF2B5EF4-FFF2-40B4-BE49-F238E27FC236}">
                  <a16:creationId xmlns:a16="http://schemas.microsoft.com/office/drawing/2014/main" id="{A531569E-925E-5D66-CD39-6CE1D84C345F}"/>
                </a:ext>
              </a:extLst>
            </p:cNvPr>
            <p:cNvSpPr/>
            <p:nvPr/>
          </p:nvSpPr>
          <p:spPr>
            <a:xfrm>
              <a:off x="8478720" y="805680"/>
              <a:ext cx="38160" cy="4104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38" h="1326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980;p34">
              <a:extLst>
                <a:ext uri="{FF2B5EF4-FFF2-40B4-BE49-F238E27FC236}">
                  <a16:creationId xmlns:a16="http://schemas.microsoft.com/office/drawing/2014/main" id="{0D79ED7D-1277-E08C-FF05-D6FCC913295B}"/>
                </a:ext>
              </a:extLst>
            </p:cNvPr>
            <p:cNvSpPr/>
            <p:nvPr/>
          </p:nvSpPr>
          <p:spPr>
            <a:xfrm>
              <a:off x="8417520" y="750600"/>
              <a:ext cx="27720" cy="903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900" h="2912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981;p34">
              <a:extLst>
                <a:ext uri="{FF2B5EF4-FFF2-40B4-BE49-F238E27FC236}">
                  <a16:creationId xmlns:a16="http://schemas.microsoft.com/office/drawing/2014/main" id="{515F0B74-1302-53CB-121A-6DC1522156AC}"/>
                </a:ext>
              </a:extLst>
            </p:cNvPr>
            <p:cNvSpPr/>
            <p:nvPr/>
          </p:nvSpPr>
          <p:spPr>
            <a:xfrm>
              <a:off x="8408880" y="751680"/>
              <a:ext cx="28800" cy="874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938" h="2825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982;p34">
              <a:extLst>
                <a:ext uri="{FF2B5EF4-FFF2-40B4-BE49-F238E27FC236}">
                  <a16:creationId xmlns:a16="http://schemas.microsoft.com/office/drawing/2014/main" id="{E2E4F638-60CD-1C65-D1C6-1CC83F53EF50}"/>
                </a:ext>
              </a:extLst>
            </p:cNvPr>
            <p:cNvSpPr/>
            <p:nvPr/>
          </p:nvSpPr>
          <p:spPr>
            <a:xfrm>
              <a:off x="8427600" y="941040"/>
              <a:ext cx="70560" cy="223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2275" h="726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983;p34">
              <a:extLst>
                <a:ext uri="{FF2B5EF4-FFF2-40B4-BE49-F238E27FC236}">
                  <a16:creationId xmlns:a16="http://schemas.microsoft.com/office/drawing/2014/main" id="{13D2298F-1B4F-0BC6-AE64-F7471C1EEE9E}"/>
                </a:ext>
              </a:extLst>
            </p:cNvPr>
            <p:cNvSpPr/>
            <p:nvPr/>
          </p:nvSpPr>
          <p:spPr>
            <a:xfrm>
              <a:off x="8427960" y="928440"/>
              <a:ext cx="69840" cy="259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250" h="8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984;p34">
              <a:extLst>
                <a:ext uri="{FF2B5EF4-FFF2-40B4-BE49-F238E27FC236}">
                  <a16:creationId xmlns:a16="http://schemas.microsoft.com/office/drawing/2014/main" id="{C98F9BF9-426E-4BE1-5609-B54856C064EE}"/>
                </a:ext>
              </a:extLst>
            </p:cNvPr>
            <p:cNvSpPr/>
            <p:nvPr/>
          </p:nvSpPr>
          <p:spPr>
            <a:xfrm>
              <a:off x="8388360" y="1274040"/>
              <a:ext cx="33120" cy="102600"/>
            </a:xfrm>
            <a:custGeom>
              <a:avLst/>
              <a:gdLst>
                <a:gd name="textAreaLeft" fmla="*/ 0 w 33120"/>
                <a:gd name="textAreaRight" fmla="*/ 33480 w 3312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076" h="3313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985;p34">
              <a:extLst>
                <a:ext uri="{FF2B5EF4-FFF2-40B4-BE49-F238E27FC236}">
                  <a16:creationId xmlns:a16="http://schemas.microsoft.com/office/drawing/2014/main" id="{3B0BB416-EF84-43EE-A802-38A920556361}"/>
                </a:ext>
              </a:extLst>
            </p:cNvPr>
            <p:cNvSpPr/>
            <p:nvPr/>
          </p:nvSpPr>
          <p:spPr>
            <a:xfrm>
              <a:off x="8377560" y="1274040"/>
              <a:ext cx="38160" cy="12528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1239" h="4038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986;p34">
              <a:extLst>
                <a:ext uri="{FF2B5EF4-FFF2-40B4-BE49-F238E27FC236}">
                  <a16:creationId xmlns:a16="http://schemas.microsoft.com/office/drawing/2014/main" id="{1624F32D-B3CF-F1E6-1006-82165BE041C3}"/>
                </a:ext>
              </a:extLst>
            </p:cNvPr>
            <p:cNvSpPr/>
            <p:nvPr/>
          </p:nvSpPr>
          <p:spPr>
            <a:xfrm>
              <a:off x="8183160" y="885240"/>
              <a:ext cx="10080" cy="9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339" h="325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987;p34">
              <a:extLst>
                <a:ext uri="{FF2B5EF4-FFF2-40B4-BE49-F238E27FC236}">
                  <a16:creationId xmlns:a16="http://schemas.microsoft.com/office/drawing/2014/main" id="{838C486C-B0E9-E6ED-ACF5-9C2509EB6F0E}"/>
                </a:ext>
              </a:extLst>
            </p:cNvPr>
            <p:cNvSpPr/>
            <p:nvPr/>
          </p:nvSpPr>
          <p:spPr>
            <a:xfrm>
              <a:off x="8112240" y="885240"/>
              <a:ext cx="73080" cy="1836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363" h="600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988;p34">
              <a:extLst>
                <a:ext uri="{FF2B5EF4-FFF2-40B4-BE49-F238E27FC236}">
                  <a16:creationId xmlns:a16="http://schemas.microsoft.com/office/drawing/2014/main" id="{81A2C49B-B027-8A73-F98D-793A523F3C9D}"/>
                </a:ext>
              </a:extLst>
            </p:cNvPr>
            <p:cNvSpPr/>
            <p:nvPr/>
          </p:nvSpPr>
          <p:spPr>
            <a:xfrm>
              <a:off x="8112240" y="891360"/>
              <a:ext cx="31320" cy="2088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013" h="688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989;p34">
              <a:extLst>
                <a:ext uri="{FF2B5EF4-FFF2-40B4-BE49-F238E27FC236}">
                  <a16:creationId xmlns:a16="http://schemas.microsoft.com/office/drawing/2014/main" id="{4D5E6187-AA63-C604-7AA4-2BF2EAB9A85C}"/>
                </a:ext>
              </a:extLst>
            </p:cNvPr>
            <p:cNvSpPr/>
            <p:nvPr/>
          </p:nvSpPr>
          <p:spPr>
            <a:xfrm>
              <a:off x="8160840" y="891360"/>
              <a:ext cx="32760" cy="68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063" h="2212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990;p34">
              <a:extLst>
                <a:ext uri="{FF2B5EF4-FFF2-40B4-BE49-F238E27FC236}">
                  <a16:creationId xmlns:a16="http://schemas.microsoft.com/office/drawing/2014/main" id="{7C1F5B34-9838-4E14-BFD3-14001A697AE2}"/>
                </a:ext>
              </a:extLst>
            </p:cNvPr>
            <p:cNvSpPr/>
            <p:nvPr/>
          </p:nvSpPr>
          <p:spPr>
            <a:xfrm>
              <a:off x="8159760" y="918720"/>
              <a:ext cx="21240" cy="4284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689" h="1388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991;p34">
              <a:extLst>
                <a:ext uri="{FF2B5EF4-FFF2-40B4-BE49-F238E27FC236}">
                  <a16:creationId xmlns:a16="http://schemas.microsoft.com/office/drawing/2014/main" id="{7D27B099-78A0-760D-CDDE-A29FA35C9D4B}"/>
                </a:ext>
              </a:extLst>
            </p:cNvPr>
            <p:cNvSpPr/>
            <p:nvPr/>
          </p:nvSpPr>
          <p:spPr>
            <a:xfrm>
              <a:off x="8139600" y="916560"/>
              <a:ext cx="27720" cy="1368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901" h="45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992;p34">
              <a:extLst>
                <a:ext uri="{FF2B5EF4-FFF2-40B4-BE49-F238E27FC236}">
                  <a16:creationId xmlns:a16="http://schemas.microsoft.com/office/drawing/2014/main" id="{1BB4AD80-2910-902C-58C5-BB63B1EE6170}"/>
                </a:ext>
              </a:extLst>
            </p:cNvPr>
            <p:cNvSpPr/>
            <p:nvPr/>
          </p:nvSpPr>
          <p:spPr>
            <a:xfrm>
              <a:off x="8138160" y="906120"/>
              <a:ext cx="19080" cy="23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3400"/>
                <a:gd name="textAreaBottom" fmla="*/ 23760 h 23400"/>
              </a:gdLst>
              <a:ahLst/>
              <a:cxnLst/>
              <a:rect l="textAreaLeft" t="textAreaTop" r="textAreaRight" b="textAreaBottom"/>
              <a:pathLst>
                <a:path w="626" h="764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880" bIns="11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993;p34">
              <a:extLst>
                <a:ext uri="{FF2B5EF4-FFF2-40B4-BE49-F238E27FC236}">
                  <a16:creationId xmlns:a16="http://schemas.microsoft.com/office/drawing/2014/main" id="{F75BB775-E1BC-F3FE-E7B2-DBEE924B0605}"/>
                </a:ext>
              </a:extLst>
            </p:cNvPr>
            <p:cNvSpPr/>
            <p:nvPr/>
          </p:nvSpPr>
          <p:spPr>
            <a:xfrm>
              <a:off x="8134560" y="906480"/>
              <a:ext cx="21600" cy="82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01" h="276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994;p34">
              <a:extLst>
                <a:ext uri="{FF2B5EF4-FFF2-40B4-BE49-F238E27FC236}">
                  <a16:creationId xmlns:a16="http://schemas.microsoft.com/office/drawing/2014/main" id="{ABF5AB06-2865-6400-C685-EC8022FE0647}"/>
                </a:ext>
              </a:extLst>
            </p:cNvPr>
            <p:cNvSpPr/>
            <p:nvPr/>
          </p:nvSpPr>
          <p:spPr>
            <a:xfrm>
              <a:off x="8109360" y="925920"/>
              <a:ext cx="35640" cy="28800"/>
            </a:xfrm>
            <a:custGeom>
              <a:avLst/>
              <a:gdLst>
                <a:gd name="textAreaLeft" fmla="*/ 0 w 35640"/>
                <a:gd name="textAreaRight" fmla="*/ 36000 w 3564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1" h="938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995;p34">
              <a:extLst>
                <a:ext uri="{FF2B5EF4-FFF2-40B4-BE49-F238E27FC236}">
                  <a16:creationId xmlns:a16="http://schemas.microsoft.com/office/drawing/2014/main" id="{9AC157A2-A128-0874-F305-DDF245FA24DD}"/>
                </a:ext>
              </a:extLst>
            </p:cNvPr>
            <p:cNvSpPr/>
            <p:nvPr/>
          </p:nvSpPr>
          <p:spPr>
            <a:xfrm>
              <a:off x="7575840" y="4386960"/>
              <a:ext cx="685800" cy="236880"/>
            </a:xfrm>
            <a:custGeom>
              <a:avLst/>
              <a:gdLst>
                <a:gd name="textAreaLeft" fmla="*/ 0 w 685800"/>
                <a:gd name="textAreaRight" fmla="*/ 686160 w 68580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22045" h="7624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996;p34">
              <a:extLst>
                <a:ext uri="{FF2B5EF4-FFF2-40B4-BE49-F238E27FC236}">
                  <a16:creationId xmlns:a16="http://schemas.microsoft.com/office/drawing/2014/main" id="{46B8D6D8-24A7-93BC-AC4E-997D44A5D967}"/>
                </a:ext>
              </a:extLst>
            </p:cNvPr>
            <p:cNvSpPr/>
            <p:nvPr/>
          </p:nvSpPr>
          <p:spPr>
            <a:xfrm>
              <a:off x="8030520" y="4264560"/>
              <a:ext cx="225000" cy="15048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150480"/>
                <a:gd name="textAreaBottom" fmla="*/ 150840 h 150480"/>
              </a:gdLst>
              <a:ahLst/>
              <a:cxnLst/>
              <a:rect l="textAreaLeft" t="textAreaTop" r="textAreaRight" b="textAreaBottom"/>
              <a:pathLst>
                <a:path w="7237" h="4849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997;p34">
              <a:extLst>
                <a:ext uri="{FF2B5EF4-FFF2-40B4-BE49-F238E27FC236}">
                  <a16:creationId xmlns:a16="http://schemas.microsoft.com/office/drawing/2014/main" id="{F86990A8-2C2C-2097-B5BA-37158DA4CDB9}"/>
                </a:ext>
              </a:extLst>
            </p:cNvPr>
            <p:cNvSpPr/>
            <p:nvPr/>
          </p:nvSpPr>
          <p:spPr>
            <a:xfrm>
              <a:off x="8097480" y="4346640"/>
              <a:ext cx="90360" cy="9576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913" h="3088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998;p34">
              <a:extLst>
                <a:ext uri="{FF2B5EF4-FFF2-40B4-BE49-F238E27FC236}">
                  <a16:creationId xmlns:a16="http://schemas.microsoft.com/office/drawing/2014/main" id="{E98A7108-A078-225D-FD6A-2357C5C85EF8}"/>
                </a:ext>
              </a:extLst>
            </p:cNvPr>
            <p:cNvSpPr/>
            <p:nvPr/>
          </p:nvSpPr>
          <p:spPr>
            <a:xfrm>
              <a:off x="8130600" y="4353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3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999;p34">
              <a:extLst>
                <a:ext uri="{FF2B5EF4-FFF2-40B4-BE49-F238E27FC236}">
                  <a16:creationId xmlns:a16="http://schemas.microsoft.com/office/drawing/2014/main" id="{FEC53A4E-5312-68B9-2DCA-97ADA3C5ABE8}"/>
                </a:ext>
              </a:extLst>
            </p:cNvPr>
            <p:cNvSpPr/>
            <p:nvPr/>
          </p:nvSpPr>
          <p:spPr>
            <a:xfrm>
              <a:off x="8113320" y="4447080"/>
              <a:ext cx="256680" cy="12888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8262" h="4150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000;p34">
              <a:extLst>
                <a:ext uri="{FF2B5EF4-FFF2-40B4-BE49-F238E27FC236}">
                  <a16:creationId xmlns:a16="http://schemas.microsoft.com/office/drawing/2014/main" id="{9DF3B8C0-F2F3-AAD7-C556-D6DAB57D068A}"/>
                </a:ext>
              </a:extLst>
            </p:cNvPr>
            <p:cNvSpPr/>
            <p:nvPr/>
          </p:nvSpPr>
          <p:spPr>
            <a:xfrm>
              <a:off x="7936200" y="4470120"/>
              <a:ext cx="109800" cy="9936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537" h="3200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1001;p34">
              <a:extLst>
                <a:ext uri="{FF2B5EF4-FFF2-40B4-BE49-F238E27FC236}">
                  <a16:creationId xmlns:a16="http://schemas.microsoft.com/office/drawing/2014/main" id="{76709DDD-669D-6F10-1471-30D1F00F7A9F}"/>
                </a:ext>
              </a:extLst>
            </p:cNvPr>
            <p:cNvSpPr/>
            <p:nvPr/>
          </p:nvSpPr>
          <p:spPr>
            <a:xfrm>
              <a:off x="7866720" y="4483080"/>
              <a:ext cx="41040" cy="5364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26" h="1738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1002;p34">
              <a:extLst>
                <a:ext uri="{FF2B5EF4-FFF2-40B4-BE49-F238E27FC236}">
                  <a16:creationId xmlns:a16="http://schemas.microsoft.com/office/drawing/2014/main" id="{4EA6A951-D463-E26B-B612-B8C8B83E883D}"/>
                </a:ext>
              </a:extLst>
            </p:cNvPr>
            <p:cNvSpPr/>
            <p:nvPr/>
          </p:nvSpPr>
          <p:spPr>
            <a:xfrm>
              <a:off x="8354520" y="447264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6" h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1003;p34">
              <a:extLst>
                <a:ext uri="{FF2B5EF4-FFF2-40B4-BE49-F238E27FC236}">
                  <a16:creationId xmlns:a16="http://schemas.microsoft.com/office/drawing/2014/main" id="{A7A38D37-6B9E-F4C1-3950-7B76401DB6B4}"/>
                </a:ext>
              </a:extLst>
            </p:cNvPr>
            <p:cNvSpPr/>
            <p:nvPr/>
          </p:nvSpPr>
          <p:spPr>
            <a:xfrm>
              <a:off x="8202960" y="4392720"/>
              <a:ext cx="96480" cy="14040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113" h="4525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1004;p34">
              <a:extLst>
                <a:ext uri="{FF2B5EF4-FFF2-40B4-BE49-F238E27FC236}">
                  <a16:creationId xmlns:a16="http://schemas.microsoft.com/office/drawing/2014/main" id="{68FC7AE8-BF83-1D1B-6476-FD49E93D0493}"/>
                </a:ext>
              </a:extLst>
            </p:cNvPr>
            <p:cNvSpPr/>
            <p:nvPr/>
          </p:nvSpPr>
          <p:spPr>
            <a:xfrm>
              <a:off x="8281800" y="4367160"/>
              <a:ext cx="37800" cy="3996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226" h="1300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1005;p34">
              <a:extLst>
                <a:ext uri="{FF2B5EF4-FFF2-40B4-BE49-F238E27FC236}">
                  <a16:creationId xmlns:a16="http://schemas.microsoft.com/office/drawing/2014/main" id="{D50DD96D-5EC0-FD4A-C19A-3918FD5C1D4A}"/>
                </a:ext>
              </a:extLst>
            </p:cNvPr>
            <p:cNvSpPr/>
            <p:nvPr/>
          </p:nvSpPr>
          <p:spPr>
            <a:xfrm>
              <a:off x="8252640" y="4374360"/>
              <a:ext cx="6840" cy="111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26" h="375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" name="Google Shape;1006;p34">
              <a:extLst>
                <a:ext uri="{FF2B5EF4-FFF2-40B4-BE49-F238E27FC236}">
                  <a16:creationId xmlns:a16="http://schemas.microsoft.com/office/drawing/2014/main" id="{6D7584DF-B2C2-7BBB-A07A-ABB6583B3A38}"/>
                </a:ext>
              </a:extLst>
            </p:cNvPr>
            <p:cNvSpPr/>
            <p:nvPr/>
          </p:nvSpPr>
          <p:spPr>
            <a:xfrm>
              <a:off x="8082720" y="4414680"/>
              <a:ext cx="12240" cy="82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01" h="276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1007;p34">
              <a:extLst>
                <a:ext uri="{FF2B5EF4-FFF2-40B4-BE49-F238E27FC236}">
                  <a16:creationId xmlns:a16="http://schemas.microsoft.com/office/drawing/2014/main" id="{0DF20C13-26A8-DEEF-6D06-799955BB96B2}"/>
                </a:ext>
              </a:extLst>
            </p:cNvPr>
            <p:cNvSpPr/>
            <p:nvPr/>
          </p:nvSpPr>
          <p:spPr>
            <a:xfrm>
              <a:off x="8075520" y="4550400"/>
              <a:ext cx="194760" cy="3420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6274" h="1113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1008;p34">
              <a:extLst>
                <a:ext uri="{FF2B5EF4-FFF2-40B4-BE49-F238E27FC236}">
                  <a16:creationId xmlns:a16="http://schemas.microsoft.com/office/drawing/2014/main" id="{8D85291A-CB70-EB77-33E9-621F2EA2ECC2}"/>
                </a:ext>
              </a:extLst>
            </p:cNvPr>
            <p:cNvSpPr/>
            <p:nvPr/>
          </p:nvSpPr>
          <p:spPr>
            <a:xfrm>
              <a:off x="8256600" y="4546440"/>
              <a:ext cx="40680" cy="38520"/>
            </a:xfrm>
            <a:custGeom>
              <a:avLst/>
              <a:gdLst>
                <a:gd name="textAreaLeft" fmla="*/ 0 w 40680"/>
                <a:gd name="textAreaRight" fmla="*/ 41040 w 406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1313" h="1250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1009;p34">
              <a:extLst>
                <a:ext uri="{FF2B5EF4-FFF2-40B4-BE49-F238E27FC236}">
                  <a16:creationId xmlns:a16="http://schemas.microsoft.com/office/drawing/2014/main" id="{84D79828-06DF-7DFF-FD5D-3ED139975074}"/>
                </a:ext>
              </a:extLst>
            </p:cNvPr>
            <p:cNvSpPr/>
            <p:nvPr/>
          </p:nvSpPr>
          <p:spPr>
            <a:xfrm>
              <a:off x="8262000" y="4485600"/>
              <a:ext cx="90360" cy="2772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913" h="900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1010;p34">
              <a:extLst>
                <a:ext uri="{FF2B5EF4-FFF2-40B4-BE49-F238E27FC236}">
                  <a16:creationId xmlns:a16="http://schemas.microsoft.com/office/drawing/2014/main" id="{FE2B715F-599A-BB99-2F25-15BCF4664375}"/>
                </a:ext>
              </a:extLst>
            </p:cNvPr>
            <p:cNvSpPr/>
            <p:nvPr/>
          </p:nvSpPr>
          <p:spPr>
            <a:xfrm>
              <a:off x="8263440" y="4477320"/>
              <a:ext cx="87480" cy="2880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2825" h="938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1011;p34">
              <a:extLst>
                <a:ext uri="{FF2B5EF4-FFF2-40B4-BE49-F238E27FC236}">
                  <a16:creationId xmlns:a16="http://schemas.microsoft.com/office/drawing/2014/main" id="{F30D54AD-9110-3BE3-A86A-B7EA030B71F9}"/>
                </a:ext>
              </a:extLst>
            </p:cNvPr>
            <p:cNvSpPr/>
            <p:nvPr/>
          </p:nvSpPr>
          <p:spPr>
            <a:xfrm>
              <a:off x="8139600" y="4496040"/>
              <a:ext cx="21960" cy="6912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714" h="2238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1012;p34">
              <a:extLst>
                <a:ext uri="{FF2B5EF4-FFF2-40B4-BE49-F238E27FC236}">
                  <a16:creationId xmlns:a16="http://schemas.microsoft.com/office/drawing/2014/main" id="{04809CEB-C771-A352-4CD9-A92B3FD120C3}"/>
                </a:ext>
              </a:extLst>
            </p:cNvPr>
            <p:cNvSpPr/>
            <p:nvPr/>
          </p:nvSpPr>
          <p:spPr>
            <a:xfrm>
              <a:off x="8148240" y="4496040"/>
              <a:ext cx="19800" cy="673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651" h="2175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1013;p34">
              <a:extLst>
                <a:ext uri="{FF2B5EF4-FFF2-40B4-BE49-F238E27FC236}">
                  <a16:creationId xmlns:a16="http://schemas.microsoft.com/office/drawing/2014/main" id="{64313B8B-D0D8-92FE-1C35-E52CCD16391B}"/>
                </a:ext>
              </a:extLst>
            </p:cNvPr>
            <p:cNvSpPr/>
            <p:nvPr/>
          </p:nvSpPr>
          <p:spPr>
            <a:xfrm>
              <a:off x="7725960" y="4456440"/>
              <a:ext cx="102600" cy="331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3313" h="1076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014;p34">
              <a:extLst>
                <a:ext uri="{FF2B5EF4-FFF2-40B4-BE49-F238E27FC236}">
                  <a16:creationId xmlns:a16="http://schemas.microsoft.com/office/drawing/2014/main" id="{94499261-678B-2104-E810-A88C7A564E6A}"/>
                </a:ext>
              </a:extLst>
            </p:cNvPr>
            <p:cNvSpPr/>
            <p:nvPr/>
          </p:nvSpPr>
          <p:spPr>
            <a:xfrm>
              <a:off x="7703640" y="4445280"/>
              <a:ext cx="124920" cy="381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025" h="1239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015;p34">
              <a:extLst>
                <a:ext uri="{FF2B5EF4-FFF2-40B4-BE49-F238E27FC236}">
                  <a16:creationId xmlns:a16="http://schemas.microsoft.com/office/drawing/2014/main" id="{9F457647-92E1-7562-3C90-C059E70D91AD}"/>
                </a:ext>
              </a:extLst>
            </p:cNvPr>
            <p:cNvSpPr/>
            <p:nvPr/>
          </p:nvSpPr>
          <p:spPr>
            <a:xfrm>
              <a:off x="8329320" y="3616200"/>
              <a:ext cx="248040" cy="685800"/>
            </a:xfrm>
            <a:custGeom>
              <a:avLst/>
              <a:gdLst>
                <a:gd name="textAreaLeft" fmla="*/ 0 w 248040"/>
                <a:gd name="textAreaRight" fmla="*/ 248400 w 248040"/>
                <a:gd name="textAreaTop" fmla="*/ 0 h 685800"/>
                <a:gd name="textAreaBottom" fmla="*/ 686160 h 685800"/>
              </a:gdLst>
              <a:ahLst/>
              <a:cxnLst/>
              <a:rect l="textAreaLeft" t="textAreaTop" r="textAreaRight" b="textAreaBottom"/>
              <a:pathLst>
                <a:path w="7986" h="2204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016;p34">
              <a:extLst>
                <a:ext uri="{FF2B5EF4-FFF2-40B4-BE49-F238E27FC236}">
                  <a16:creationId xmlns:a16="http://schemas.microsoft.com/office/drawing/2014/main" id="{E1CDF5DE-AA88-CA17-BDF5-1E679E54B430}"/>
                </a:ext>
              </a:extLst>
            </p:cNvPr>
            <p:cNvSpPr/>
            <p:nvPr/>
          </p:nvSpPr>
          <p:spPr>
            <a:xfrm>
              <a:off x="8205840" y="4070880"/>
              <a:ext cx="150480" cy="22500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4850" h="7237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1017;p34">
              <a:extLst>
                <a:ext uri="{FF2B5EF4-FFF2-40B4-BE49-F238E27FC236}">
                  <a16:creationId xmlns:a16="http://schemas.microsoft.com/office/drawing/2014/main" id="{F8AF0A1F-E464-C7A6-BF61-B4710E75D5E3}"/>
                </a:ext>
              </a:extLst>
            </p:cNvPr>
            <p:cNvSpPr/>
            <p:nvPr/>
          </p:nvSpPr>
          <p:spPr>
            <a:xfrm>
              <a:off x="8287920" y="4137120"/>
              <a:ext cx="95760" cy="9108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3088" h="2937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" name="Google Shape;1018;p34">
              <a:extLst>
                <a:ext uri="{FF2B5EF4-FFF2-40B4-BE49-F238E27FC236}">
                  <a16:creationId xmlns:a16="http://schemas.microsoft.com/office/drawing/2014/main" id="{8234B5EF-F268-922B-0A9A-EDBAB4878F92}"/>
                </a:ext>
              </a:extLst>
            </p:cNvPr>
            <p:cNvSpPr/>
            <p:nvPr/>
          </p:nvSpPr>
          <p:spPr>
            <a:xfrm>
              <a:off x="8295480" y="41702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3" h="14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" name="Google Shape;1019;p34">
              <a:extLst>
                <a:ext uri="{FF2B5EF4-FFF2-40B4-BE49-F238E27FC236}">
                  <a16:creationId xmlns:a16="http://schemas.microsoft.com/office/drawing/2014/main" id="{A9930BCF-DB02-846E-84D9-352BF6C13E16}"/>
                </a:ext>
              </a:extLst>
            </p:cNvPr>
            <p:cNvSpPr/>
            <p:nvPr/>
          </p:nvSpPr>
          <p:spPr>
            <a:xfrm>
              <a:off x="8388000" y="4153320"/>
              <a:ext cx="129240" cy="256680"/>
            </a:xfrm>
            <a:custGeom>
              <a:avLst/>
              <a:gdLst>
                <a:gd name="textAreaLeft" fmla="*/ 0 w 129240"/>
                <a:gd name="textAreaRight" fmla="*/ 129600 w 12924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4162" h="82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020;p34">
              <a:extLst>
                <a:ext uri="{FF2B5EF4-FFF2-40B4-BE49-F238E27FC236}">
                  <a16:creationId xmlns:a16="http://schemas.microsoft.com/office/drawing/2014/main" id="{2F16CA94-D1EE-E225-10BB-754C7E28A549}"/>
                </a:ext>
              </a:extLst>
            </p:cNvPr>
            <p:cNvSpPr/>
            <p:nvPr/>
          </p:nvSpPr>
          <p:spPr>
            <a:xfrm>
              <a:off x="8409600" y="3975840"/>
              <a:ext cx="101520" cy="11016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3275" h="3550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021;p34">
              <a:extLst>
                <a:ext uri="{FF2B5EF4-FFF2-40B4-BE49-F238E27FC236}">
                  <a16:creationId xmlns:a16="http://schemas.microsoft.com/office/drawing/2014/main" id="{D02F2583-16A5-EFB5-2E25-D3CDFAE47FDB}"/>
                </a:ext>
              </a:extLst>
            </p:cNvPr>
            <p:cNvSpPr/>
            <p:nvPr/>
          </p:nvSpPr>
          <p:spPr>
            <a:xfrm>
              <a:off x="8424000" y="3906720"/>
              <a:ext cx="54000" cy="414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751" h="1338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022;p34">
              <a:extLst>
                <a:ext uri="{FF2B5EF4-FFF2-40B4-BE49-F238E27FC236}">
                  <a16:creationId xmlns:a16="http://schemas.microsoft.com/office/drawing/2014/main" id="{E994E4EC-DC80-D9D1-95F5-E25658767913}"/>
                </a:ext>
              </a:extLst>
            </p:cNvPr>
            <p:cNvSpPr/>
            <p:nvPr/>
          </p:nvSpPr>
          <p:spPr>
            <a:xfrm>
              <a:off x="8413920" y="439488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6" h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023;p34">
              <a:extLst>
                <a:ext uri="{FF2B5EF4-FFF2-40B4-BE49-F238E27FC236}">
                  <a16:creationId xmlns:a16="http://schemas.microsoft.com/office/drawing/2014/main" id="{B3241850-935E-980D-15D8-B38C221CF069}"/>
                </a:ext>
              </a:extLst>
            </p:cNvPr>
            <p:cNvSpPr/>
            <p:nvPr/>
          </p:nvSpPr>
          <p:spPr>
            <a:xfrm>
              <a:off x="8334360" y="4243680"/>
              <a:ext cx="140040" cy="96120"/>
            </a:xfrm>
            <a:custGeom>
              <a:avLst/>
              <a:gdLst>
                <a:gd name="textAreaLeft" fmla="*/ 0 w 140040"/>
                <a:gd name="textAreaRight" fmla="*/ 140400 w 14004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4513" h="3100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024;p34">
              <a:extLst>
                <a:ext uri="{FF2B5EF4-FFF2-40B4-BE49-F238E27FC236}">
                  <a16:creationId xmlns:a16="http://schemas.microsoft.com/office/drawing/2014/main" id="{A2805C62-17DB-7441-3C27-BC837753EBD6}"/>
                </a:ext>
              </a:extLst>
            </p:cNvPr>
            <p:cNvSpPr/>
            <p:nvPr/>
          </p:nvSpPr>
          <p:spPr>
            <a:xfrm>
              <a:off x="8308800" y="4322160"/>
              <a:ext cx="39960" cy="3816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00" h="1238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025;p34">
              <a:extLst>
                <a:ext uri="{FF2B5EF4-FFF2-40B4-BE49-F238E27FC236}">
                  <a16:creationId xmlns:a16="http://schemas.microsoft.com/office/drawing/2014/main" id="{8B74C699-50F0-6830-3150-F5B3482600A3}"/>
                </a:ext>
              </a:extLst>
            </p:cNvPr>
            <p:cNvSpPr/>
            <p:nvPr/>
          </p:nvSpPr>
          <p:spPr>
            <a:xfrm>
              <a:off x="8315640" y="4292640"/>
              <a:ext cx="11880" cy="72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388" h="239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026;p34">
              <a:extLst>
                <a:ext uri="{FF2B5EF4-FFF2-40B4-BE49-F238E27FC236}">
                  <a16:creationId xmlns:a16="http://schemas.microsoft.com/office/drawing/2014/main" id="{6380F686-ECD1-65DA-7B2D-A18F3AF1082C}"/>
                </a:ext>
              </a:extLst>
            </p:cNvPr>
            <p:cNvSpPr/>
            <p:nvPr/>
          </p:nvSpPr>
          <p:spPr>
            <a:xfrm>
              <a:off x="8355960" y="4123080"/>
              <a:ext cx="8280" cy="1224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76" h="401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027;p34">
              <a:extLst>
                <a:ext uri="{FF2B5EF4-FFF2-40B4-BE49-F238E27FC236}">
                  <a16:creationId xmlns:a16="http://schemas.microsoft.com/office/drawing/2014/main" id="{FB02D2D8-F766-1D89-D362-CE24FC9E6011}"/>
                </a:ext>
              </a:extLst>
            </p:cNvPr>
            <p:cNvSpPr/>
            <p:nvPr/>
          </p:nvSpPr>
          <p:spPr>
            <a:xfrm>
              <a:off x="8491680" y="4115880"/>
              <a:ext cx="33840" cy="194760"/>
            </a:xfrm>
            <a:custGeom>
              <a:avLst/>
              <a:gdLst>
                <a:gd name="textAreaLeft" fmla="*/ 0 w 33840"/>
                <a:gd name="textAreaRight" fmla="*/ 34200 w 3384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1100" h="6274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028;p34">
              <a:extLst>
                <a:ext uri="{FF2B5EF4-FFF2-40B4-BE49-F238E27FC236}">
                  <a16:creationId xmlns:a16="http://schemas.microsoft.com/office/drawing/2014/main" id="{42420EA9-C415-4B4F-ED54-DC35E14427CE}"/>
                </a:ext>
              </a:extLst>
            </p:cNvPr>
            <p:cNvSpPr/>
            <p:nvPr/>
          </p:nvSpPr>
          <p:spPr>
            <a:xfrm>
              <a:off x="8487360" y="4296600"/>
              <a:ext cx="38520" cy="4104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51" h="1326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029;p34">
              <a:extLst>
                <a:ext uri="{FF2B5EF4-FFF2-40B4-BE49-F238E27FC236}">
                  <a16:creationId xmlns:a16="http://schemas.microsoft.com/office/drawing/2014/main" id="{A3BBBD7D-9399-DE8D-EE31-CD4D43E921E1}"/>
                </a:ext>
              </a:extLst>
            </p:cNvPr>
            <p:cNvSpPr/>
            <p:nvPr/>
          </p:nvSpPr>
          <p:spPr>
            <a:xfrm>
              <a:off x="8426520" y="4302360"/>
              <a:ext cx="27720" cy="903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901" h="2912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030;p34">
              <a:extLst>
                <a:ext uri="{FF2B5EF4-FFF2-40B4-BE49-F238E27FC236}">
                  <a16:creationId xmlns:a16="http://schemas.microsoft.com/office/drawing/2014/main" id="{65B60DF2-6DA0-B799-38FB-0422E347BFC2}"/>
                </a:ext>
              </a:extLst>
            </p:cNvPr>
            <p:cNvSpPr/>
            <p:nvPr/>
          </p:nvSpPr>
          <p:spPr>
            <a:xfrm>
              <a:off x="8418240" y="4304160"/>
              <a:ext cx="28800" cy="874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938" h="2825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031;p34">
              <a:extLst>
                <a:ext uri="{FF2B5EF4-FFF2-40B4-BE49-F238E27FC236}">
                  <a16:creationId xmlns:a16="http://schemas.microsoft.com/office/drawing/2014/main" id="{AB6C866A-9FEA-7391-4C48-2E8EA0706CF6}"/>
                </a:ext>
              </a:extLst>
            </p:cNvPr>
            <p:cNvSpPr/>
            <p:nvPr/>
          </p:nvSpPr>
          <p:spPr>
            <a:xfrm>
              <a:off x="8436960" y="4179600"/>
              <a:ext cx="70200" cy="2196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2263" h="714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032;p34">
              <a:extLst>
                <a:ext uri="{FF2B5EF4-FFF2-40B4-BE49-F238E27FC236}">
                  <a16:creationId xmlns:a16="http://schemas.microsoft.com/office/drawing/2014/main" id="{5EBF405A-FA16-CADB-CE30-A9032A049AA1}"/>
                </a:ext>
              </a:extLst>
            </p:cNvPr>
            <p:cNvSpPr/>
            <p:nvPr/>
          </p:nvSpPr>
          <p:spPr>
            <a:xfrm>
              <a:off x="8437320" y="4188600"/>
              <a:ext cx="69840" cy="259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250" h="8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1033;p34">
              <a:extLst>
                <a:ext uri="{FF2B5EF4-FFF2-40B4-BE49-F238E27FC236}">
                  <a16:creationId xmlns:a16="http://schemas.microsoft.com/office/drawing/2014/main" id="{4A2CA7F1-4AB3-4A5B-A7A9-4BE0E90D46D9}"/>
                </a:ext>
              </a:extLst>
            </p:cNvPr>
            <p:cNvSpPr/>
            <p:nvPr/>
          </p:nvSpPr>
          <p:spPr>
            <a:xfrm>
              <a:off x="8397720" y="3766320"/>
              <a:ext cx="32760" cy="1026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064" h="3313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1034;p34">
              <a:extLst>
                <a:ext uri="{FF2B5EF4-FFF2-40B4-BE49-F238E27FC236}">
                  <a16:creationId xmlns:a16="http://schemas.microsoft.com/office/drawing/2014/main" id="{A19569B4-0E57-09B9-9573-8C18D70AA2D7}"/>
                </a:ext>
              </a:extLst>
            </p:cNvPr>
            <p:cNvSpPr/>
            <p:nvPr/>
          </p:nvSpPr>
          <p:spPr>
            <a:xfrm>
              <a:off x="8386920" y="3744000"/>
              <a:ext cx="38160" cy="12492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1239" h="4025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1035;p34">
              <a:extLst>
                <a:ext uri="{FF2B5EF4-FFF2-40B4-BE49-F238E27FC236}">
                  <a16:creationId xmlns:a16="http://schemas.microsoft.com/office/drawing/2014/main" id="{4469E320-A477-C9E2-2747-5BCB2AC2ED67}"/>
                </a:ext>
              </a:extLst>
            </p:cNvPr>
            <p:cNvSpPr/>
            <p:nvPr/>
          </p:nvSpPr>
          <p:spPr>
            <a:xfrm>
              <a:off x="8191800" y="4248360"/>
              <a:ext cx="10080" cy="9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338" h="326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1036;p34">
              <a:extLst>
                <a:ext uri="{FF2B5EF4-FFF2-40B4-BE49-F238E27FC236}">
                  <a16:creationId xmlns:a16="http://schemas.microsoft.com/office/drawing/2014/main" id="{9DED69CA-9022-AE3E-F7A3-E6D64C26BA78}"/>
                </a:ext>
              </a:extLst>
            </p:cNvPr>
            <p:cNvSpPr/>
            <p:nvPr/>
          </p:nvSpPr>
          <p:spPr>
            <a:xfrm>
              <a:off x="8121600" y="4239720"/>
              <a:ext cx="72720" cy="18360"/>
            </a:xfrm>
            <a:custGeom>
              <a:avLst/>
              <a:gdLst>
                <a:gd name="textAreaLeft" fmla="*/ 0 w 72720"/>
                <a:gd name="textAreaRight" fmla="*/ 73080 w 7272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350" h="601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037;p34">
              <a:extLst>
                <a:ext uri="{FF2B5EF4-FFF2-40B4-BE49-F238E27FC236}">
                  <a16:creationId xmlns:a16="http://schemas.microsoft.com/office/drawing/2014/main" id="{BB6A6BF7-9833-6DC6-945B-048BDE72CD09}"/>
                </a:ext>
              </a:extLst>
            </p:cNvPr>
            <p:cNvSpPr/>
            <p:nvPr/>
          </p:nvSpPr>
          <p:spPr>
            <a:xfrm>
              <a:off x="8121240" y="4230720"/>
              <a:ext cx="31320" cy="2052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013" h="676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038;p34">
              <a:extLst>
                <a:ext uri="{FF2B5EF4-FFF2-40B4-BE49-F238E27FC236}">
                  <a16:creationId xmlns:a16="http://schemas.microsoft.com/office/drawing/2014/main" id="{A17A2119-D375-C680-83A3-862F7CDD1526}"/>
                </a:ext>
              </a:extLst>
            </p:cNvPr>
            <p:cNvSpPr/>
            <p:nvPr/>
          </p:nvSpPr>
          <p:spPr>
            <a:xfrm>
              <a:off x="8170200" y="4183200"/>
              <a:ext cx="32760" cy="68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063" h="221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039;p34">
              <a:extLst>
                <a:ext uri="{FF2B5EF4-FFF2-40B4-BE49-F238E27FC236}">
                  <a16:creationId xmlns:a16="http://schemas.microsoft.com/office/drawing/2014/main" id="{163A4341-BCAF-B97B-5BC2-C07DE58B4C70}"/>
                </a:ext>
              </a:extLst>
            </p:cNvPr>
            <p:cNvSpPr/>
            <p:nvPr/>
          </p:nvSpPr>
          <p:spPr>
            <a:xfrm>
              <a:off x="8169120" y="4181760"/>
              <a:ext cx="20520" cy="428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676" h="1388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040;p34">
              <a:extLst>
                <a:ext uri="{FF2B5EF4-FFF2-40B4-BE49-F238E27FC236}">
                  <a16:creationId xmlns:a16="http://schemas.microsoft.com/office/drawing/2014/main" id="{DED4FAEB-2B08-5F3B-38C1-B0064E6B197D}"/>
                </a:ext>
              </a:extLst>
            </p:cNvPr>
            <p:cNvSpPr/>
            <p:nvPr/>
          </p:nvSpPr>
          <p:spPr>
            <a:xfrm>
              <a:off x="8147880" y="4212720"/>
              <a:ext cx="28080" cy="136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914" h="451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1041;p34">
              <a:extLst>
                <a:ext uri="{FF2B5EF4-FFF2-40B4-BE49-F238E27FC236}">
                  <a16:creationId xmlns:a16="http://schemas.microsoft.com/office/drawing/2014/main" id="{D4FA0FEA-B9DE-35D3-EA5C-0306FF409CB0}"/>
                </a:ext>
              </a:extLst>
            </p:cNvPr>
            <p:cNvSpPr/>
            <p:nvPr/>
          </p:nvSpPr>
          <p:spPr>
            <a:xfrm>
              <a:off x="8146800" y="4212720"/>
              <a:ext cx="19800" cy="2412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651" h="789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1042;p34">
              <a:extLst>
                <a:ext uri="{FF2B5EF4-FFF2-40B4-BE49-F238E27FC236}">
                  <a16:creationId xmlns:a16="http://schemas.microsoft.com/office/drawing/2014/main" id="{4B928E57-F14E-74C5-8D79-2CBF198F1370}"/>
                </a:ext>
              </a:extLst>
            </p:cNvPr>
            <p:cNvSpPr/>
            <p:nvPr/>
          </p:nvSpPr>
          <p:spPr>
            <a:xfrm>
              <a:off x="8143200" y="4228200"/>
              <a:ext cx="21600" cy="82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01" h="276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043;p34">
              <a:extLst>
                <a:ext uri="{FF2B5EF4-FFF2-40B4-BE49-F238E27FC236}">
                  <a16:creationId xmlns:a16="http://schemas.microsoft.com/office/drawing/2014/main" id="{327EF420-DF32-02A9-7820-FB657F576C06}"/>
                </a:ext>
              </a:extLst>
            </p:cNvPr>
            <p:cNvSpPr/>
            <p:nvPr/>
          </p:nvSpPr>
          <p:spPr>
            <a:xfrm>
              <a:off x="8118360" y="4188240"/>
              <a:ext cx="35280" cy="2880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0" h="938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044;p34">
              <a:extLst>
                <a:ext uri="{FF2B5EF4-FFF2-40B4-BE49-F238E27FC236}">
                  <a16:creationId xmlns:a16="http://schemas.microsoft.com/office/drawing/2014/main" id="{05800636-E97D-29B1-01CD-6F815584774C}"/>
                </a:ext>
              </a:extLst>
            </p:cNvPr>
            <p:cNvSpPr/>
            <p:nvPr/>
          </p:nvSpPr>
          <p:spPr>
            <a:xfrm>
              <a:off x="890280" y="4386960"/>
              <a:ext cx="685800" cy="236880"/>
            </a:xfrm>
            <a:custGeom>
              <a:avLst/>
              <a:gdLst>
                <a:gd name="textAreaLeft" fmla="*/ 0 w 685800"/>
                <a:gd name="textAreaRight" fmla="*/ 686160 w 685800"/>
                <a:gd name="textAreaTop" fmla="*/ 0 h 236880"/>
                <a:gd name="textAreaBottom" fmla="*/ 237240 h 236880"/>
              </a:gdLst>
              <a:ahLst/>
              <a:cxnLst/>
              <a:rect l="textAreaLeft" t="textAreaTop" r="textAreaRight" b="textAreaBottom"/>
              <a:pathLst>
                <a:path w="22045" h="7624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045;p34">
              <a:extLst>
                <a:ext uri="{FF2B5EF4-FFF2-40B4-BE49-F238E27FC236}">
                  <a16:creationId xmlns:a16="http://schemas.microsoft.com/office/drawing/2014/main" id="{41814122-D986-63EA-D0A2-5584EA9855FF}"/>
                </a:ext>
              </a:extLst>
            </p:cNvPr>
            <p:cNvSpPr/>
            <p:nvPr/>
          </p:nvSpPr>
          <p:spPr>
            <a:xfrm>
              <a:off x="896400" y="4264560"/>
              <a:ext cx="225000" cy="150480"/>
            </a:xfrm>
            <a:custGeom>
              <a:avLst/>
              <a:gdLst>
                <a:gd name="textAreaLeft" fmla="*/ 0 w 225000"/>
                <a:gd name="textAreaRight" fmla="*/ 225360 w 225000"/>
                <a:gd name="textAreaTop" fmla="*/ 0 h 150480"/>
                <a:gd name="textAreaBottom" fmla="*/ 150840 h 150480"/>
              </a:gdLst>
              <a:ahLst/>
              <a:cxnLst/>
              <a:rect l="textAreaLeft" t="textAreaTop" r="textAreaRight" b="textAreaBottom"/>
              <a:pathLst>
                <a:path w="7237" h="4849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046;p34">
              <a:extLst>
                <a:ext uri="{FF2B5EF4-FFF2-40B4-BE49-F238E27FC236}">
                  <a16:creationId xmlns:a16="http://schemas.microsoft.com/office/drawing/2014/main" id="{3A80CD2E-1CFF-DEF2-5ABE-537E0576366D}"/>
                </a:ext>
              </a:extLst>
            </p:cNvPr>
            <p:cNvSpPr/>
            <p:nvPr/>
          </p:nvSpPr>
          <p:spPr>
            <a:xfrm>
              <a:off x="963720" y="4346640"/>
              <a:ext cx="90720" cy="9576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95760"/>
                <a:gd name="textAreaBottom" fmla="*/ 96120 h 95760"/>
              </a:gdLst>
              <a:ahLst/>
              <a:cxnLst/>
              <a:rect l="textAreaLeft" t="textAreaTop" r="textAreaRight" b="textAreaBottom"/>
              <a:pathLst>
                <a:path w="2925" h="3088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7880" bIns="47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1047;p34">
              <a:extLst>
                <a:ext uri="{FF2B5EF4-FFF2-40B4-BE49-F238E27FC236}">
                  <a16:creationId xmlns:a16="http://schemas.microsoft.com/office/drawing/2014/main" id="{2E0D00D4-D9C0-8957-3599-A24CA83D5203}"/>
                </a:ext>
              </a:extLst>
            </p:cNvPr>
            <p:cNvSpPr/>
            <p:nvPr/>
          </p:nvSpPr>
          <p:spPr>
            <a:xfrm>
              <a:off x="1021680" y="43538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" h="13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1048;p34">
              <a:extLst>
                <a:ext uri="{FF2B5EF4-FFF2-40B4-BE49-F238E27FC236}">
                  <a16:creationId xmlns:a16="http://schemas.microsoft.com/office/drawing/2014/main" id="{F8F1A2C7-8532-A7E6-B164-A19040205F64}"/>
                </a:ext>
              </a:extLst>
            </p:cNvPr>
            <p:cNvSpPr/>
            <p:nvPr/>
          </p:nvSpPr>
          <p:spPr>
            <a:xfrm>
              <a:off x="781560" y="4447080"/>
              <a:ext cx="257040" cy="128880"/>
            </a:xfrm>
            <a:custGeom>
              <a:avLst/>
              <a:gdLst>
                <a:gd name="textAreaLeft" fmla="*/ 0 w 257040"/>
                <a:gd name="textAreaRight" fmla="*/ 257400 w 257040"/>
                <a:gd name="textAreaTop" fmla="*/ 0 h 128880"/>
                <a:gd name="textAreaBottom" fmla="*/ 129240 h 128880"/>
              </a:gdLst>
              <a:ahLst/>
              <a:cxnLst/>
              <a:rect l="textAreaLeft" t="textAreaTop" r="textAreaRight" b="textAreaBottom"/>
              <a:pathLst>
                <a:path w="8273" h="4150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440" bIns="64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9" name="Google Shape;1049;p34">
              <a:extLst>
                <a:ext uri="{FF2B5EF4-FFF2-40B4-BE49-F238E27FC236}">
                  <a16:creationId xmlns:a16="http://schemas.microsoft.com/office/drawing/2014/main" id="{A58661B3-E689-F80A-3599-80311DDB439A}"/>
                </a:ext>
              </a:extLst>
            </p:cNvPr>
            <p:cNvSpPr/>
            <p:nvPr/>
          </p:nvSpPr>
          <p:spPr>
            <a:xfrm>
              <a:off x="1105920" y="4470120"/>
              <a:ext cx="109800" cy="99360"/>
            </a:xfrm>
            <a:custGeom>
              <a:avLst/>
              <a:gdLst>
                <a:gd name="textAreaLeft" fmla="*/ 0 w 109800"/>
                <a:gd name="textAreaRight" fmla="*/ 110160 w 109800"/>
                <a:gd name="textAreaTop" fmla="*/ 0 h 99360"/>
                <a:gd name="textAreaBottom" fmla="*/ 99720 h 99360"/>
              </a:gdLst>
              <a:ahLst/>
              <a:cxnLst/>
              <a:rect l="textAreaLeft" t="textAreaTop" r="textAreaRight" b="textAreaBottom"/>
              <a:pathLst>
                <a:path w="3537" h="3200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680" bIns="49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1050;p34">
              <a:extLst>
                <a:ext uri="{FF2B5EF4-FFF2-40B4-BE49-F238E27FC236}">
                  <a16:creationId xmlns:a16="http://schemas.microsoft.com/office/drawing/2014/main" id="{AB5CB239-E1A5-619B-94C1-6BD659BB6DAA}"/>
                </a:ext>
              </a:extLst>
            </p:cNvPr>
            <p:cNvSpPr/>
            <p:nvPr/>
          </p:nvSpPr>
          <p:spPr>
            <a:xfrm>
              <a:off x="1243800" y="4483080"/>
              <a:ext cx="41400" cy="5364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53640"/>
                <a:gd name="textAreaBottom" fmla="*/ 54000 h 53640"/>
              </a:gdLst>
              <a:ahLst/>
              <a:cxnLst/>
              <a:rect l="textAreaLeft" t="textAreaTop" r="textAreaRight" b="textAreaBottom"/>
              <a:pathLst>
                <a:path w="1338" h="17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000" bIns="27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1051;p34">
              <a:extLst>
                <a:ext uri="{FF2B5EF4-FFF2-40B4-BE49-F238E27FC236}">
                  <a16:creationId xmlns:a16="http://schemas.microsoft.com/office/drawing/2014/main" id="{DCCFE074-5DAA-DA49-FF25-B98C045E7938}"/>
                </a:ext>
              </a:extLst>
            </p:cNvPr>
            <p:cNvSpPr/>
            <p:nvPr/>
          </p:nvSpPr>
          <p:spPr>
            <a:xfrm>
              <a:off x="757800" y="4472640"/>
              <a:ext cx="39240" cy="3924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76" h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1052;p34">
              <a:extLst>
                <a:ext uri="{FF2B5EF4-FFF2-40B4-BE49-F238E27FC236}">
                  <a16:creationId xmlns:a16="http://schemas.microsoft.com/office/drawing/2014/main" id="{7FEB48A5-FE57-4DC9-8898-AA9DF3A075BD}"/>
                </a:ext>
              </a:extLst>
            </p:cNvPr>
            <p:cNvSpPr/>
            <p:nvPr/>
          </p:nvSpPr>
          <p:spPr>
            <a:xfrm>
              <a:off x="852120" y="4392720"/>
              <a:ext cx="96480" cy="140400"/>
            </a:xfrm>
            <a:custGeom>
              <a:avLst/>
              <a:gdLst>
                <a:gd name="textAreaLeft" fmla="*/ 0 w 96480"/>
                <a:gd name="textAreaRight" fmla="*/ 96840 w 9648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3113" h="4525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053;p34">
              <a:extLst>
                <a:ext uri="{FF2B5EF4-FFF2-40B4-BE49-F238E27FC236}">
                  <a16:creationId xmlns:a16="http://schemas.microsoft.com/office/drawing/2014/main" id="{A906F6E1-6043-A542-D220-A739EB85664C}"/>
                </a:ext>
              </a:extLst>
            </p:cNvPr>
            <p:cNvSpPr/>
            <p:nvPr/>
          </p:nvSpPr>
          <p:spPr>
            <a:xfrm>
              <a:off x="831960" y="4367160"/>
              <a:ext cx="38160" cy="3996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39960"/>
                <a:gd name="textAreaBottom" fmla="*/ 40320 h 39960"/>
              </a:gdLst>
              <a:ahLst/>
              <a:cxnLst/>
              <a:rect l="textAreaLeft" t="textAreaTop" r="textAreaRight" b="textAreaBottom"/>
              <a:pathLst>
                <a:path w="1238" h="1300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160" bIns="20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054;p34">
              <a:extLst>
                <a:ext uri="{FF2B5EF4-FFF2-40B4-BE49-F238E27FC236}">
                  <a16:creationId xmlns:a16="http://schemas.microsoft.com/office/drawing/2014/main" id="{2BCF6490-62F0-5ECE-127E-1D37FF4AB6B0}"/>
                </a:ext>
              </a:extLst>
            </p:cNvPr>
            <p:cNvSpPr/>
            <p:nvPr/>
          </p:nvSpPr>
          <p:spPr>
            <a:xfrm>
              <a:off x="892440" y="4374360"/>
              <a:ext cx="6840" cy="1116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11160"/>
                <a:gd name="textAreaBottom" fmla="*/ 11520 h 11160"/>
              </a:gdLst>
              <a:ahLst/>
              <a:cxnLst/>
              <a:rect l="textAreaLeft" t="textAreaTop" r="textAreaRight" b="textAreaBottom"/>
              <a:pathLst>
                <a:path w="226" h="375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055;p34">
              <a:extLst>
                <a:ext uri="{FF2B5EF4-FFF2-40B4-BE49-F238E27FC236}">
                  <a16:creationId xmlns:a16="http://schemas.microsoft.com/office/drawing/2014/main" id="{459984E4-F611-9972-A37B-CAEAEEDB5B0F}"/>
                </a:ext>
              </a:extLst>
            </p:cNvPr>
            <p:cNvSpPr/>
            <p:nvPr/>
          </p:nvSpPr>
          <p:spPr>
            <a:xfrm>
              <a:off x="1056960" y="4414680"/>
              <a:ext cx="12240" cy="828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401" h="276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1056;p34">
              <a:extLst>
                <a:ext uri="{FF2B5EF4-FFF2-40B4-BE49-F238E27FC236}">
                  <a16:creationId xmlns:a16="http://schemas.microsoft.com/office/drawing/2014/main" id="{B3EC0D76-94CB-4BE3-FDAA-1DDE20C48546}"/>
                </a:ext>
              </a:extLst>
            </p:cNvPr>
            <p:cNvSpPr/>
            <p:nvPr/>
          </p:nvSpPr>
          <p:spPr>
            <a:xfrm>
              <a:off x="881280" y="4550400"/>
              <a:ext cx="194760" cy="34200"/>
            </a:xfrm>
            <a:custGeom>
              <a:avLst/>
              <a:gdLst>
                <a:gd name="textAreaLeft" fmla="*/ 0 w 194760"/>
                <a:gd name="textAreaRight" fmla="*/ 195120 w 194760"/>
                <a:gd name="textAreaTop" fmla="*/ 0 h 34200"/>
                <a:gd name="textAreaBottom" fmla="*/ 34560 h 34200"/>
              </a:gdLst>
              <a:ahLst/>
              <a:cxnLst/>
              <a:rect l="textAreaLeft" t="textAreaTop" r="textAreaRight" b="textAreaBottom"/>
              <a:pathLst>
                <a:path w="6274" h="1113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280" bIns="17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1057;p34">
              <a:extLst>
                <a:ext uri="{FF2B5EF4-FFF2-40B4-BE49-F238E27FC236}">
                  <a16:creationId xmlns:a16="http://schemas.microsoft.com/office/drawing/2014/main" id="{D7A4330B-CC38-9252-3ADA-D6C3AE89C9A9}"/>
                </a:ext>
              </a:extLst>
            </p:cNvPr>
            <p:cNvSpPr/>
            <p:nvPr/>
          </p:nvSpPr>
          <p:spPr>
            <a:xfrm>
              <a:off x="854280" y="4546440"/>
              <a:ext cx="41040" cy="3852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1326" h="1250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1058;p34">
              <a:extLst>
                <a:ext uri="{FF2B5EF4-FFF2-40B4-BE49-F238E27FC236}">
                  <a16:creationId xmlns:a16="http://schemas.microsoft.com/office/drawing/2014/main" id="{108DBE78-CB60-9799-52AF-AA2A9FBA4C89}"/>
                </a:ext>
              </a:extLst>
            </p:cNvPr>
            <p:cNvSpPr/>
            <p:nvPr/>
          </p:nvSpPr>
          <p:spPr>
            <a:xfrm>
              <a:off x="799560" y="4485600"/>
              <a:ext cx="90360" cy="27720"/>
            </a:xfrm>
            <a:custGeom>
              <a:avLst/>
              <a:gdLst>
                <a:gd name="textAreaLeft" fmla="*/ 0 w 90360"/>
                <a:gd name="textAreaRight" fmla="*/ 90720 w 90360"/>
                <a:gd name="textAreaTop" fmla="*/ 0 h 27720"/>
                <a:gd name="textAreaBottom" fmla="*/ 28080 h 27720"/>
              </a:gdLst>
              <a:ahLst/>
              <a:cxnLst/>
              <a:rect l="textAreaLeft" t="textAreaTop" r="textAreaRight" b="textAreaBottom"/>
              <a:pathLst>
                <a:path w="2913" h="900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1059;p34">
              <a:extLst>
                <a:ext uri="{FF2B5EF4-FFF2-40B4-BE49-F238E27FC236}">
                  <a16:creationId xmlns:a16="http://schemas.microsoft.com/office/drawing/2014/main" id="{A4DA7D1A-63D4-9E2D-AC9A-39C9365B500E}"/>
                </a:ext>
              </a:extLst>
            </p:cNvPr>
            <p:cNvSpPr/>
            <p:nvPr/>
          </p:nvSpPr>
          <p:spPr>
            <a:xfrm>
              <a:off x="800280" y="4477320"/>
              <a:ext cx="87480" cy="28800"/>
            </a:xfrm>
            <a:custGeom>
              <a:avLst/>
              <a:gdLst>
                <a:gd name="textAreaLeft" fmla="*/ 0 w 87480"/>
                <a:gd name="textAreaRight" fmla="*/ 87840 w 874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2826" h="938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1060;p34">
              <a:extLst>
                <a:ext uri="{FF2B5EF4-FFF2-40B4-BE49-F238E27FC236}">
                  <a16:creationId xmlns:a16="http://schemas.microsoft.com/office/drawing/2014/main" id="{2D03E4A9-7BCC-4ABB-2D70-2C0439FF46AD}"/>
                </a:ext>
              </a:extLst>
            </p:cNvPr>
            <p:cNvSpPr/>
            <p:nvPr/>
          </p:nvSpPr>
          <p:spPr>
            <a:xfrm>
              <a:off x="990360" y="4496040"/>
              <a:ext cx="21960" cy="6912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69120"/>
                <a:gd name="textAreaBottom" fmla="*/ 69480 h 69120"/>
              </a:gdLst>
              <a:ahLst/>
              <a:cxnLst/>
              <a:rect l="textAreaLeft" t="textAreaTop" r="textAreaRight" b="textAreaBottom"/>
              <a:pathLst>
                <a:path w="714" h="2238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560" bIns="34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061;p34">
              <a:extLst>
                <a:ext uri="{FF2B5EF4-FFF2-40B4-BE49-F238E27FC236}">
                  <a16:creationId xmlns:a16="http://schemas.microsoft.com/office/drawing/2014/main" id="{59C8709B-47A5-4381-8170-EFB7DFA8C10C}"/>
                </a:ext>
              </a:extLst>
            </p:cNvPr>
            <p:cNvSpPr/>
            <p:nvPr/>
          </p:nvSpPr>
          <p:spPr>
            <a:xfrm>
              <a:off x="983880" y="4496040"/>
              <a:ext cx="19440" cy="673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67320"/>
                <a:gd name="textAreaBottom" fmla="*/ 67680 h 67320"/>
              </a:gdLst>
              <a:ahLst/>
              <a:cxnLst/>
              <a:rect l="textAreaLeft" t="textAreaTop" r="textAreaRight" b="textAreaBottom"/>
              <a:pathLst>
                <a:path w="638" h="2175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062;p34">
              <a:extLst>
                <a:ext uri="{FF2B5EF4-FFF2-40B4-BE49-F238E27FC236}">
                  <a16:creationId xmlns:a16="http://schemas.microsoft.com/office/drawing/2014/main" id="{9372D833-14C6-157B-C515-3CB9EA9DE4E4}"/>
                </a:ext>
              </a:extLst>
            </p:cNvPr>
            <p:cNvSpPr/>
            <p:nvPr/>
          </p:nvSpPr>
          <p:spPr>
            <a:xfrm>
              <a:off x="1323000" y="4456440"/>
              <a:ext cx="102600" cy="33120"/>
            </a:xfrm>
            <a:custGeom>
              <a:avLst/>
              <a:gdLst>
                <a:gd name="textAreaLeft" fmla="*/ 0 w 102600"/>
                <a:gd name="textAreaRight" fmla="*/ 102960 w 102600"/>
                <a:gd name="textAreaTop" fmla="*/ 0 h 33120"/>
                <a:gd name="textAreaBottom" fmla="*/ 33480 h 33120"/>
              </a:gdLst>
              <a:ahLst/>
              <a:cxnLst/>
              <a:rect l="textAreaLeft" t="textAreaTop" r="textAreaRight" b="textAreaBottom"/>
              <a:pathLst>
                <a:path w="3313" h="1076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063;p34">
              <a:extLst>
                <a:ext uri="{FF2B5EF4-FFF2-40B4-BE49-F238E27FC236}">
                  <a16:creationId xmlns:a16="http://schemas.microsoft.com/office/drawing/2014/main" id="{6E549471-FA30-DC61-D003-D1E418C7AA56}"/>
                </a:ext>
              </a:extLst>
            </p:cNvPr>
            <p:cNvSpPr/>
            <p:nvPr/>
          </p:nvSpPr>
          <p:spPr>
            <a:xfrm>
              <a:off x="1323000" y="4445280"/>
              <a:ext cx="124920" cy="381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4025" h="1239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064;p34">
              <a:extLst>
                <a:ext uri="{FF2B5EF4-FFF2-40B4-BE49-F238E27FC236}">
                  <a16:creationId xmlns:a16="http://schemas.microsoft.com/office/drawing/2014/main" id="{2D036F02-0219-C706-DB77-697FF6E08E97}"/>
                </a:ext>
              </a:extLst>
            </p:cNvPr>
            <p:cNvSpPr/>
            <p:nvPr/>
          </p:nvSpPr>
          <p:spPr>
            <a:xfrm>
              <a:off x="574560" y="3616200"/>
              <a:ext cx="248040" cy="685800"/>
            </a:xfrm>
            <a:custGeom>
              <a:avLst/>
              <a:gdLst>
                <a:gd name="textAreaLeft" fmla="*/ 0 w 248040"/>
                <a:gd name="textAreaRight" fmla="*/ 248400 w 248040"/>
                <a:gd name="textAreaTop" fmla="*/ 0 h 685800"/>
                <a:gd name="textAreaBottom" fmla="*/ 686160 h 685800"/>
              </a:gdLst>
              <a:ahLst/>
              <a:cxnLst/>
              <a:rect l="textAreaLeft" t="textAreaTop" r="textAreaRight" b="textAreaBottom"/>
              <a:pathLst>
                <a:path w="7986" h="2204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065;p34">
              <a:extLst>
                <a:ext uri="{FF2B5EF4-FFF2-40B4-BE49-F238E27FC236}">
                  <a16:creationId xmlns:a16="http://schemas.microsoft.com/office/drawing/2014/main" id="{4564C063-DAE1-3F16-4953-7CD558E863BE}"/>
                </a:ext>
              </a:extLst>
            </p:cNvPr>
            <p:cNvSpPr/>
            <p:nvPr/>
          </p:nvSpPr>
          <p:spPr>
            <a:xfrm>
              <a:off x="794880" y="4070880"/>
              <a:ext cx="150840" cy="225000"/>
            </a:xfrm>
            <a:custGeom>
              <a:avLst/>
              <a:gdLst>
                <a:gd name="textAreaLeft" fmla="*/ 0 w 150840"/>
                <a:gd name="textAreaRight" fmla="*/ 151200 w 150840"/>
                <a:gd name="textAreaTop" fmla="*/ 0 h 225000"/>
                <a:gd name="textAreaBottom" fmla="*/ 225360 h 225000"/>
              </a:gdLst>
              <a:ahLst/>
              <a:cxnLst/>
              <a:rect l="textAreaLeft" t="textAreaTop" r="textAreaRight" b="textAreaBottom"/>
              <a:pathLst>
                <a:path w="4863" h="7237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066;p34">
              <a:extLst>
                <a:ext uri="{FF2B5EF4-FFF2-40B4-BE49-F238E27FC236}">
                  <a16:creationId xmlns:a16="http://schemas.microsoft.com/office/drawing/2014/main" id="{C20E1FF2-4BEF-6BFF-2A4E-8FFFB98D2BCC}"/>
                </a:ext>
              </a:extLst>
            </p:cNvPr>
            <p:cNvSpPr/>
            <p:nvPr/>
          </p:nvSpPr>
          <p:spPr>
            <a:xfrm>
              <a:off x="768240" y="4137120"/>
              <a:ext cx="95760" cy="91080"/>
            </a:xfrm>
            <a:custGeom>
              <a:avLst/>
              <a:gdLst>
                <a:gd name="textAreaLeft" fmla="*/ 0 w 95760"/>
                <a:gd name="textAreaRight" fmla="*/ 96120 w 95760"/>
                <a:gd name="textAreaTop" fmla="*/ 0 h 91080"/>
                <a:gd name="textAreaBottom" fmla="*/ 91440 h 91080"/>
              </a:gdLst>
              <a:ahLst/>
              <a:cxnLst/>
              <a:rect l="textAreaLeft" t="textAreaTop" r="textAreaRight" b="textAreaBottom"/>
              <a:pathLst>
                <a:path w="3088" h="2937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067;p34">
              <a:extLst>
                <a:ext uri="{FF2B5EF4-FFF2-40B4-BE49-F238E27FC236}">
                  <a16:creationId xmlns:a16="http://schemas.microsoft.com/office/drawing/2014/main" id="{8DB4DB9F-A502-B78A-F86E-A22FF4C6103D}"/>
                </a:ext>
              </a:extLst>
            </p:cNvPr>
            <p:cNvSpPr/>
            <p:nvPr/>
          </p:nvSpPr>
          <p:spPr>
            <a:xfrm>
              <a:off x="856440" y="4170240"/>
              <a:ext cx="360" cy="3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13" h="14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068;p34">
              <a:extLst>
                <a:ext uri="{FF2B5EF4-FFF2-40B4-BE49-F238E27FC236}">
                  <a16:creationId xmlns:a16="http://schemas.microsoft.com/office/drawing/2014/main" id="{5DF48425-3058-5E8D-1348-0B66DF360348}"/>
                </a:ext>
              </a:extLst>
            </p:cNvPr>
            <p:cNvSpPr/>
            <p:nvPr/>
          </p:nvSpPr>
          <p:spPr>
            <a:xfrm>
              <a:off x="634680" y="4153320"/>
              <a:ext cx="128880" cy="256680"/>
            </a:xfrm>
            <a:custGeom>
              <a:avLst/>
              <a:gdLst>
                <a:gd name="textAreaLeft" fmla="*/ 0 w 128880"/>
                <a:gd name="textAreaRight" fmla="*/ 129240 w 12888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4150" h="8262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069;p34">
              <a:extLst>
                <a:ext uri="{FF2B5EF4-FFF2-40B4-BE49-F238E27FC236}">
                  <a16:creationId xmlns:a16="http://schemas.microsoft.com/office/drawing/2014/main" id="{59DF82C2-1330-EF99-90BF-DC922D2417D5}"/>
                </a:ext>
              </a:extLst>
            </p:cNvPr>
            <p:cNvSpPr/>
            <p:nvPr/>
          </p:nvSpPr>
          <p:spPr>
            <a:xfrm>
              <a:off x="640800" y="3975840"/>
              <a:ext cx="100800" cy="11016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10160"/>
                <a:gd name="textAreaBottom" fmla="*/ 110520 h 110160"/>
              </a:gdLst>
              <a:ahLst/>
              <a:cxnLst/>
              <a:rect l="textAreaLeft" t="textAreaTop" r="textAreaRight" b="textAreaBottom"/>
              <a:pathLst>
                <a:path w="3250" h="35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5080" bIns="55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070;p34">
              <a:extLst>
                <a:ext uri="{FF2B5EF4-FFF2-40B4-BE49-F238E27FC236}">
                  <a16:creationId xmlns:a16="http://schemas.microsoft.com/office/drawing/2014/main" id="{9433E731-8F8F-D061-F4E5-B875AC2E9403}"/>
                </a:ext>
              </a:extLst>
            </p:cNvPr>
            <p:cNvSpPr/>
            <p:nvPr/>
          </p:nvSpPr>
          <p:spPr>
            <a:xfrm>
              <a:off x="673560" y="3906720"/>
              <a:ext cx="54000" cy="4140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751" h="1338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071;p34">
              <a:extLst>
                <a:ext uri="{FF2B5EF4-FFF2-40B4-BE49-F238E27FC236}">
                  <a16:creationId xmlns:a16="http://schemas.microsoft.com/office/drawing/2014/main" id="{27B94EA3-8365-E903-682C-1A853D279455}"/>
                </a:ext>
              </a:extLst>
            </p:cNvPr>
            <p:cNvSpPr/>
            <p:nvPr/>
          </p:nvSpPr>
          <p:spPr>
            <a:xfrm>
              <a:off x="698040" y="4394880"/>
              <a:ext cx="39600" cy="39240"/>
            </a:xfrm>
            <a:custGeom>
              <a:avLst/>
              <a:gdLst>
                <a:gd name="textAreaLeft" fmla="*/ 0 w 39600"/>
                <a:gd name="textAreaRight" fmla="*/ 39960 w 396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288" h="1276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072;p34">
              <a:extLst>
                <a:ext uri="{FF2B5EF4-FFF2-40B4-BE49-F238E27FC236}">
                  <a16:creationId xmlns:a16="http://schemas.microsoft.com/office/drawing/2014/main" id="{183B751B-323A-6DAE-9E28-88C6561D67E8}"/>
                </a:ext>
              </a:extLst>
            </p:cNvPr>
            <p:cNvSpPr/>
            <p:nvPr/>
          </p:nvSpPr>
          <p:spPr>
            <a:xfrm>
              <a:off x="677160" y="4243680"/>
              <a:ext cx="140400" cy="9612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96120"/>
                <a:gd name="textAreaBottom" fmla="*/ 96480 h 96120"/>
              </a:gdLst>
              <a:ahLst/>
              <a:cxnLst/>
              <a:rect l="textAreaLeft" t="textAreaTop" r="textAreaRight" b="textAreaBottom"/>
              <a:pathLst>
                <a:path w="4525" h="3100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8240" bIns="48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073;p34">
              <a:extLst>
                <a:ext uri="{FF2B5EF4-FFF2-40B4-BE49-F238E27FC236}">
                  <a16:creationId xmlns:a16="http://schemas.microsoft.com/office/drawing/2014/main" id="{D0A5B520-2CB7-8870-E653-A27D5BD2EC20}"/>
                </a:ext>
              </a:extLst>
            </p:cNvPr>
            <p:cNvSpPr/>
            <p:nvPr/>
          </p:nvSpPr>
          <p:spPr>
            <a:xfrm>
              <a:off x="803160" y="4322160"/>
              <a:ext cx="39960" cy="38160"/>
            </a:xfrm>
            <a:custGeom>
              <a:avLst/>
              <a:gdLst>
                <a:gd name="textAreaLeft" fmla="*/ 0 w 39960"/>
                <a:gd name="textAreaRight" fmla="*/ 40320 w 399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1301" h="1238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074;p34">
              <a:extLst>
                <a:ext uri="{FF2B5EF4-FFF2-40B4-BE49-F238E27FC236}">
                  <a16:creationId xmlns:a16="http://schemas.microsoft.com/office/drawing/2014/main" id="{A281441E-7880-6F3B-D5DE-5949F81B493A}"/>
                </a:ext>
              </a:extLst>
            </p:cNvPr>
            <p:cNvSpPr/>
            <p:nvPr/>
          </p:nvSpPr>
          <p:spPr>
            <a:xfrm>
              <a:off x="824400" y="4292640"/>
              <a:ext cx="11880" cy="7200"/>
            </a:xfrm>
            <a:custGeom>
              <a:avLst/>
              <a:gdLst>
                <a:gd name="textAreaLeft" fmla="*/ 0 w 11880"/>
                <a:gd name="textAreaRight" fmla="*/ 12240 w 1188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389" h="23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075;p34">
              <a:extLst>
                <a:ext uri="{FF2B5EF4-FFF2-40B4-BE49-F238E27FC236}">
                  <a16:creationId xmlns:a16="http://schemas.microsoft.com/office/drawing/2014/main" id="{5AC62F60-3E59-7A4D-799A-23F1B5F91C91}"/>
                </a:ext>
              </a:extLst>
            </p:cNvPr>
            <p:cNvSpPr/>
            <p:nvPr/>
          </p:nvSpPr>
          <p:spPr>
            <a:xfrm>
              <a:off x="787680" y="4123080"/>
              <a:ext cx="8280" cy="1224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12240"/>
                <a:gd name="textAreaBottom" fmla="*/ 12600 h 12240"/>
              </a:gdLst>
              <a:ahLst/>
              <a:cxnLst/>
              <a:rect l="textAreaLeft" t="textAreaTop" r="textAreaRight" b="textAreaBottom"/>
              <a:pathLst>
                <a:path w="276" h="401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" bIns="6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076;p34">
              <a:extLst>
                <a:ext uri="{FF2B5EF4-FFF2-40B4-BE49-F238E27FC236}">
                  <a16:creationId xmlns:a16="http://schemas.microsoft.com/office/drawing/2014/main" id="{87857570-E53F-9592-4D6F-20C01C866929}"/>
                </a:ext>
              </a:extLst>
            </p:cNvPr>
            <p:cNvSpPr/>
            <p:nvPr/>
          </p:nvSpPr>
          <p:spPr>
            <a:xfrm>
              <a:off x="625680" y="4115880"/>
              <a:ext cx="34200" cy="19476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194760"/>
                <a:gd name="textAreaBottom" fmla="*/ 195120 h 194760"/>
              </a:gdLst>
              <a:ahLst/>
              <a:cxnLst/>
              <a:rect l="textAreaLeft" t="textAreaTop" r="textAreaRight" b="textAreaBottom"/>
              <a:pathLst>
                <a:path w="1114" h="627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077;p34">
              <a:extLst>
                <a:ext uri="{FF2B5EF4-FFF2-40B4-BE49-F238E27FC236}">
                  <a16:creationId xmlns:a16="http://schemas.microsoft.com/office/drawing/2014/main" id="{30259EFA-3315-EFE9-F0E2-93042EC6D93E}"/>
                </a:ext>
              </a:extLst>
            </p:cNvPr>
            <p:cNvSpPr/>
            <p:nvPr/>
          </p:nvSpPr>
          <p:spPr>
            <a:xfrm>
              <a:off x="625680" y="4296600"/>
              <a:ext cx="38520" cy="4104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51" h="1326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078;p34">
              <a:extLst>
                <a:ext uri="{FF2B5EF4-FFF2-40B4-BE49-F238E27FC236}">
                  <a16:creationId xmlns:a16="http://schemas.microsoft.com/office/drawing/2014/main" id="{3C1900D3-AFD2-B579-B5ED-8740DD590093}"/>
                </a:ext>
              </a:extLst>
            </p:cNvPr>
            <p:cNvSpPr/>
            <p:nvPr/>
          </p:nvSpPr>
          <p:spPr>
            <a:xfrm>
              <a:off x="697320" y="4302360"/>
              <a:ext cx="27720" cy="9036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90360"/>
                <a:gd name="textAreaBottom" fmla="*/ 90720 h 90360"/>
              </a:gdLst>
              <a:ahLst/>
              <a:cxnLst/>
              <a:rect l="textAreaLeft" t="textAreaTop" r="textAreaRight" b="textAreaBottom"/>
              <a:pathLst>
                <a:path w="901" h="2912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5360" bIns="45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079;p34">
              <a:extLst>
                <a:ext uri="{FF2B5EF4-FFF2-40B4-BE49-F238E27FC236}">
                  <a16:creationId xmlns:a16="http://schemas.microsoft.com/office/drawing/2014/main" id="{FB933E38-44CC-A902-917C-BC7D5BEBE1AE}"/>
                </a:ext>
              </a:extLst>
            </p:cNvPr>
            <p:cNvSpPr/>
            <p:nvPr/>
          </p:nvSpPr>
          <p:spPr>
            <a:xfrm>
              <a:off x="704520" y="4304160"/>
              <a:ext cx="28800" cy="8748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87480"/>
                <a:gd name="textAreaBottom" fmla="*/ 87840 h 87480"/>
              </a:gdLst>
              <a:ahLst/>
              <a:cxnLst/>
              <a:rect l="textAreaLeft" t="textAreaTop" r="textAreaRight" b="textAreaBottom"/>
              <a:pathLst>
                <a:path w="938" h="2825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920" bIns="43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080;p34">
              <a:extLst>
                <a:ext uri="{FF2B5EF4-FFF2-40B4-BE49-F238E27FC236}">
                  <a16:creationId xmlns:a16="http://schemas.microsoft.com/office/drawing/2014/main" id="{76BB2B26-FA63-DDDA-9F2D-232CC60C9A69}"/>
                </a:ext>
              </a:extLst>
            </p:cNvPr>
            <p:cNvSpPr/>
            <p:nvPr/>
          </p:nvSpPr>
          <p:spPr>
            <a:xfrm>
              <a:off x="644400" y="4179600"/>
              <a:ext cx="70560" cy="22320"/>
            </a:xfrm>
            <a:custGeom>
              <a:avLst/>
              <a:gdLst>
                <a:gd name="textAreaLeft" fmla="*/ 0 w 70560"/>
                <a:gd name="textAreaRight" fmla="*/ 70920 w 70560"/>
                <a:gd name="textAreaTop" fmla="*/ 0 h 22320"/>
                <a:gd name="textAreaBottom" fmla="*/ 22680 h 22320"/>
              </a:gdLst>
              <a:ahLst/>
              <a:cxnLst/>
              <a:rect l="textAreaLeft" t="textAreaTop" r="textAreaRight" b="textAreaBottom"/>
              <a:pathLst>
                <a:path w="2276" h="72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081;p34">
              <a:extLst>
                <a:ext uri="{FF2B5EF4-FFF2-40B4-BE49-F238E27FC236}">
                  <a16:creationId xmlns:a16="http://schemas.microsoft.com/office/drawing/2014/main" id="{B91406E5-2D48-D614-FE76-2394C2C51295}"/>
                </a:ext>
              </a:extLst>
            </p:cNvPr>
            <p:cNvSpPr/>
            <p:nvPr/>
          </p:nvSpPr>
          <p:spPr>
            <a:xfrm>
              <a:off x="644760" y="4188600"/>
              <a:ext cx="69840" cy="2592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2250" h="8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082;p34">
              <a:extLst>
                <a:ext uri="{FF2B5EF4-FFF2-40B4-BE49-F238E27FC236}">
                  <a16:creationId xmlns:a16="http://schemas.microsoft.com/office/drawing/2014/main" id="{673D2CAC-2133-8FC8-BDF3-0C9183C7FCD8}"/>
                </a:ext>
              </a:extLst>
            </p:cNvPr>
            <p:cNvSpPr/>
            <p:nvPr/>
          </p:nvSpPr>
          <p:spPr>
            <a:xfrm>
              <a:off x="721080" y="3766320"/>
              <a:ext cx="32760" cy="1026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102600"/>
                <a:gd name="textAreaBottom" fmla="*/ 102960 h 102600"/>
              </a:gdLst>
              <a:ahLst/>
              <a:cxnLst/>
              <a:rect l="textAreaLeft" t="textAreaTop" r="textAreaRight" b="textAreaBottom"/>
              <a:pathLst>
                <a:path w="1063" h="331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480" bIns="51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083;p34">
              <a:extLst>
                <a:ext uri="{FF2B5EF4-FFF2-40B4-BE49-F238E27FC236}">
                  <a16:creationId xmlns:a16="http://schemas.microsoft.com/office/drawing/2014/main" id="{7ABB3D89-A752-2AA0-E870-9D62A06DE65A}"/>
                </a:ext>
              </a:extLst>
            </p:cNvPr>
            <p:cNvSpPr/>
            <p:nvPr/>
          </p:nvSpPr>
          <p:spPr>
            <a:xfrm>
              <a:off x="726840" y="3744000"/>
              <a:ext cx="38160" cy="12492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24920"/>
                <a:gd name="textAreaBottom" fmla="*/ 125280 h 124920"/>
              </a:gdLst>
              <a:ahLst/>
              <a:cxnLst/>
              <a:rect l="textAreaLeft" t="textAreaTop" r="textAreaRight" b="textAreaBottom"/>
              <a:pathLst>
                <a:path w="1239" h="4025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084;p34">
              <a:extLst>
                <a:ext uri="{FF2B5EF4-FFF2-40B4-BE49-F238E27FC236}">
                  <a16:creationId xmlns:a16="http://schemas.microsoft.com/office/drawing/2014/main" id="{2B6C2468-485E-8B6D-4921-D5D89A646FF8}"/>
                </a:ext>
              </a:extLst>
            </p:cNvPr>
            <p:cNvSpPr/>
            <p:nvPr/>
          </p:nvSpPr>
          <p:spPr>
            <a:xfrm>
              <a:off x="949680" y="4248360"/>
              <a:ext cx="10080" cy="972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339" h="326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085;p34">
              <a:extLst>
                <a:ext uri="{FF2B5EF4-FFF2-40B4-BE49-F238E27FC236}">
                  <a16:creationId xmlns:a16="http://schemas.microsoft.com/office/drawing/2014/main" id="{51824297-9B82-68FA-7331-3056249E357B}"/>
                </a:ext>
              </a:extLst>
            </p:cNvPr>
            <p:cNvSpPr/>
            <p:nvPr/>
          </p:nvSpPr>
          <p:spPr>
            <a:xfrm>
              <a:off x="957240" y="4239720"/>
              <a:ext cx="73080" cy="1836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2362" h="601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086;p34">
              <a:extLst>
                <a:ext uri="{FF2B5EF4-FFF2-40B4-BE49-F238E27FC236}">
                  <a16:creationId xmlns:a16="http://schemas.microsoft.com/office/drawing/2014/main" id="{EABB9808-1B19-0A4F-8BC1-B35462E63AC0}"/>
                </a:ext>
              </a:extLst>
            </p:cNvPr>
            <p:cNvSpPr/>
            <p:nvPr/>
          </p:nvSpPr>
          <p:spPr>
            <a:xfrm>
              <a:off x="999000" y="4230720"/>
              <a:ext cx="31320" cy="20520"/>
            </a:xfrm>
            <a:custGeom>
              <a:avLst/>
              <a:gdLst>
                <a:gd name="textAreaLeft" fmla="*/ 0 w 31320"/>
                <a:gd name="textAreaRight" fmla="*/ 31680 w 3132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1013" h="676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1087;p34">
              <a:extLst>
                <a:ext uri="{FF2B5EF4-FFF2-40B4-BE49-F238E27FC236}">
                  <a16:creationId xmlns:a16="http://schemas.microsoft.com/office/drawing/2014/main" id="{B462BBA8-BADD-431E-19DC-56C1D5B1C474}"/>
                </a:ext>
              </a:extLst>
            </p:cNvPr>
            <p:cNvSpPr/>
            <p:nvPr/>
          </p:nvSpPr>
          <p:spPr>
            <a:xfrm>
              <a:off x="948960" y="4183200"/>
              <a:ext cx="32760" cy="6840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1063" h="221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1088;p34">
              <a:extLst>
                <a:ext uri="{FF2B5EF4-FFF2-40B4-BE49-F238E27FC236}">
                  <a16:creationId xmlns:a16="http://schemas.microsoft.com/office/drawing/2014/main" id="{C483DD7F-0A2B-A0AE-952B-52B7BB416025}"/>
                </a:ext>
              </a:extLst>
            </p:cNvPr>
            <p:cNvSpPr/>
            <p:nvPr/>
          </p:nvSpPr>
          <p:spPr>
            <a:xfrm>
              <a:off x="962280" y="4181760"/>
              <a:ext cx="20520" cy="4284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676" h="1388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1089;p34">
              <a:extLst>
                <a:ext uri="{FF2B5EF4-FFF2-40B4-BE49-F238E27FC236}">
                  <a16:creationId xmlns:a16="http://schemas.microsoft.com/office/drawing/2014/main" id="{649C7534-49EF-FD32-3E3B-65BEC351AE9D}"/>
                </a:ext>
              </a:extLst>
            </p:cNvPr>
            <p:cNvSpPr/>
            <p:nvPr/>
          </p:nvSpPr>
          <p:spPr>
            <a:xfrm>
              <a:off x="975600" y="4212720"/>
              <a:ext cx="27720" cy="13680"/>
            </a:xfrm>
            <a:custGeom>
              <a:avLst/>
              <a:gdLst>
                <a:gd name="textAreaLeft" fmla="*/ 0 w 27720"/>
                <a:gd name="textAreaRight" fmla="*/ 28080 w 27720"/>
                <a:gd name="textAreaTop" fmla="*/ 0 h 13680"/>
                <a:gd name="textAreaBottom" fmla="*/ 14040 h 13680"/>
              </a:gdLst>
              <a:ahLst/>
              <a:cxnLst/>
              <a:rect l="textAreaLeft" t="textAreaTop" r="textAreaRight" b="textAreaBottom"/>
              <a:pathLst>
                <a:path w="901" h="45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40" bIns="6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090;p34">
              <a:extLst>
                <a:ext uri="{FF2B5EF4-FFF2-40B4-BE49-F238E27FC236}">
                  <a16:creationId xmlns:a16="http://schemas.microsoft.com/office/drawing/2014/main" id="{642F0723-BFA9-7196-4802-8CE545758E53}"/>
                </a:ext>
              </a:extLst>
            </p:cNvPr>
            <p:cNvSpPr/>
            <p:nvPr/>
          </p:nvSpPr>
          <p:spPr>
            <a:xfrm>
              <a:off x="984960" y="4212720"/>
              <a:ext cx="19440" cy="24120"/>
            </a:xfrm>
            <a:custGeom>
              <a:avLst/>
              <a:gdLst>
                <a:gd name="textAreaLeft" fmla="*/ 0 w 19440"/>
                <a:gd name="textAreaRight" fmla="*/ 19800 w 194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639" h="78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091;p34">
              <a:extLst>
                <a:ext uri="{FF2B5EF4-FFF2-40B4-BE49-F238E27FC236}">
                  <a16:creationId xmlns:a16="http://schemas.microsoft.com/office/drawing/2014/main" id="{9B5662EA-48F6-E8B5-8AD0-45E4B2E093B9}"/>
                </a:ext>
              </a:extLst>
            </p:cNvPr>
            <p:cNvSpPr/>
            <p:nvPr/>
          </p:nvSpPr>
          <p:spPr>
            <a:xfrm>
              <a:off x="987120" y="4228200"/>
              <a:ext cx="21600" cy="828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8280"/>
                <a:gd name="textAreaBottom" fmla="*/ 8640 h 8280"/>
              </a:gdLst>
              <a:ahLst/>
              <a:cxnLst/>
              <a:rect l="textAreaLeft" t="textAreaTop" r="textAreaRight" b="textAreaBottom"/>
              <a:pathLst>
                <a:path w="701" h="276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320" bIns="4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092;p34">
              <a:extLst>
                <a:ext uri="{FF2B5EF4-FFF2-40B4-BE49-F238E27FC236}">
                  <a16:creationId xmlns:a16="http://schemas.microsoft.com/office/drawing/2014/main" id="{D42FB24D-43C3-E9E6-E1CA-0FDC2953D269}"/>
                </a:ext>
              </a:extLst>
            </p:cNvPr>
            <p:cNvSpPr/>
            <p:nvPr/>
          </p:nvSpPr>
          <p:spPr>
            <a:xfrm>
              <a:off x="997920" y="4188240"/>
              <a:ext cx="35280" cy="28800"/>
            </a:xfrm>
            <a:custGeom>
              <a:avLst/>
              <a:gdLst>
                <a:gd name="textAreaLeft" fmla="*/ 0 w 35280"/>
                <a:gd name="textAreaRight" fmla="*/ 35640 w 3528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1150" h="938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093;p34">
              <a:extLst>
                <a:ext uri="{FF2B5EF4-FFF2-40B4-BE49-F238E27FC236}">
                  <a16:creationId xmlns:a16="http://schemas.microsoft.com/office/drawing/2014/main" id="{1D3F3E89-07A6-FFBC-10C6-F6ABF2C0871C}"/>
                </a:ext>
              </a:extLst>
            </p:cNvPr>
            <p:cNvSpPr/>
            <p:nvPr/>
          </p:nvSpPr>
          <p:spPr>
            <a:xfrm>
              <a:off x="4443840" y="647640"/>
              <a:ext cx="138600" cy="12960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4462" h="4175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094;p34">
              <a:extLst>
                <a:ext uri="{FF2B5EF4-FFF2-40B4-BE49-F238E27FC236}">
                  <a16:creationId xmlns:a16="http://schemas.microsoft.com/office/drawing/2014/main" id="{15B02200-0A8E-C1ED-46B4-5190A1B3AAF1}"/>
                </a:ext>
              </a:extLst>
            </p:cNvPr>
            <p:cNvSpPr/>
            <p:nvPr/>
          </p:nvSpPr>
          <p:spPr>
            <a:xfrm>
              <a:off x="4122360" y="563040"/>
              <a:ext cx="327960" cy="18288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182880"/>
                <a:gd name="textAreaBottom" fmla="*/ 183240 h 182880"/>
              </a:gdLst>
              <a:ahLst/>
              <a:cxnLst/>
              <a:rect l="textAreaLeft" t="textAreaTop" r="textAreaRight" b="textAreaBottom"/>
              <a:pathLst>
                <a:path w="10548" h="5887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1095;p34">
              <a:extLst>
                <a:ext uri="{FF2B5EF4-FFF2-40B4-BE49-F238E27FC236}">
                  <a16:creationId xmlns:a16="http://schemas.microsoft.com/office/drawing/2014/main" id="{4CDA3DEF-3260-6A55-8A0A-1D9C8D594D4D}"/>
                </a:ext>
              </a:extLst>
            </p:cNvPr>
            <p:cNvSpPr/>
            <p:nvPr/>
          </p:nvSpPr>
          <p:spPr>
            <a:xfrm>
              <a:off x="4081320" y="612360"/>
              <a:ext cx="124560" cy="10584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05840"/>
                <a:gd name="textAreaBottom" fmla="*/ 106200 h 105840"/>
              </a:gdLst>
              <a:ahLst/>
              <a:cxnLst/>
              <a:rect l="textAreaLeft" t="textAreaTop" r="textAreaRight" b="textAreaBottom"/>
              <a:pathLst>
                <a:path w="4012" h="3413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920" bIns="52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1096;p34">
              <a:extLst>
                <a:ext uri="{FF2B5EF4-FFF2-40B4-BE49-F238E27FC236}">
                  <a16:creationId xmlns:a16="http://schemas.microsoft.com/office/drawing/2014/main" id="{F7055F5D-8C62-3716-0165-029DD77EA4C0}"/>
                </a:ext>
              </a:extLst>
            </p:cNvPr>
            <p:cNvSpPr/>
            <p:nvPr/>
          </p:nvSpPr>
          <p:spPr>
            <a:xfrm>
              <a:off x="4003920" y="680400"/>
              <a:ext cx="68400" cy="1692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213" h="551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097;p34">
              <a:extLst>
                <a:ext uri="{FF2B5EF4-FFF2-40B4-BE49-F238E27FC236}">
                  <a16:creationId xmlns:a16="http://schemas.microsoft.com/office/drawing/2014/main" id="{45293A68-4FAB-7AE0-D265-8266D82B2328}"/>
                </a:ext>
              </a:extLst>
            </p:cNvPr>
            <p:cNvSpPr/>
            <p:nvPr/>
          </p:nvSpPr>
          <p:spPr>
            <a:xfrm>
              <a:off x="4309560" y="642960"/>
              <a:ext cx="102240" cy="11988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300" h="3863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098;p34">
              <a:extLst>
                <a:ext uri="{FF2B5EF4-FFF2-40B4-BE49-F238E27FC236}">
                  <a16:creationId xmlns:a16="http://schemas.microsoft.com/office/drawing/2014/main" id="{EA14AD50-2BE1-1E29-FE26-13A4082F445D}"/>
                </a:ext>
              </a:extLst>
            </p:cNvPr>
            <p:cNvSpPr/>
            <p:nvPr/>
          </p:nvSpPr>
          <p:spPr>
            <a:xfrm>
              <a:off x="4400280" y="677880"/>
              <a:ext cx="28080" cy="1378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7880"/>
                <a:gd name="textAreaBottom" fmla="*/ 138240 h 137880"/>
              </a:gdLst>
              <a:ahLst/>
              <a:cxnLst/>
              <a:rect l="textAreaLeft" t="textAreaTop" r="textAreaRight" b="textAreaBottom"/>
              <a:pathLst>
                <a:path w="913" h="4437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120" bIns="69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099;p34">
              <a:extLst>
                <a:ext uri="{FF2B5EF4-FFF2-40B4-BE49-F238E27FC236}">
                  <a16:creationId xmlns:a16="http://schemas.microsoft.com/office/drawing/2014/main" id="{7BB42F15-AD0E-5030-E624-2F48E9549CD9}"/>
                </a:ext>
              </a:extLst>
            </p:cNvPr>
            <p:cNvSpPr/>
            <p:nvPr/>
          </p:nvSpPr>
          <p:spPr>
            <a:xfrm>
              <a:off x="4400640" y="815040"/>
              <a:ext cx="14760" cy="147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488" h="489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100;p34">
              <a:extLst>
                <a:ext uri="{FF2B5EF4-FFF2-40B4-BE49-F238E27FC236}">
                  <a16:creationId xmlns:a16="http://schemas.microsoft.com/office/drawing/2014/main" id="{8D9B7ABF-5C4B-40ED-44BC-3029E01414A5}"/>
                </a:ext>
              </a:extLst>
            </p:cNvPr>
            <p:cNvSpPr/>
            <p:nvPr/>
          </p:nvSpPr>
          <p:spPr>
            <a:xfrm>
              <a:off x="4398840" y="812520"/>
              <a:ext cx="21960" cy="198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713" h="651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1" name="Google Shape;1101;p34">
              <a:extLst>
                <a:ext uri="{FF2B5EF4-FFF2-40B4-BE49-F238E27FC236}">
                  <a16:creationId xmlns:a16="http://schemas.microsoft.com/office/drawing/2014/main" id="{84FF8899-E42D-F8BC-FE4A-E2723A850D9B}"/>
                </a:ext>
              </a:extLst>
            </p:cNvPr>
            <p:cNvSpPr/>
            <p:nvPr/>
          </p:nvSpPr>
          <p:spPr>
            <a:xfrm>
              <a:off x="4115880" y="605880"/>
              <a:ext cx="3240" cy="36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13" h="126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1102;p34">
              <a:extLst>
                <a:ext uri="{FF2B5EF4-FFF2-40B4-BE49-F238E27FC236}">
                  <a16:creationId xmlns:a16="http://schemas.microsoft.com/office/drawing/2014/main" id="{66E11A98-C6B2-26A6-DFE1-D3762E2814CD}"/>
                </a:ext>
              </a:extLst>
            </p:cNvPr>
            <p:cNvSpPr/>
            <p:nvPr/>
          </p:nvSpPr>
          <p:spPr>
            <a:xfrm>
              <a:off x="3954960" y="659880"/>
              <a:ext cx="52200" cy="2196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88" h="713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103;p34">
              <a:extLst>
                <a:ext uri="{FF2B5EF4-FFF2-40B4-BE49-F238E27FC236}">
                  <a16:creationId xmlns:a16="http://schemas.microsoft.com/office/drawing/2014/main" id="{10D24F1F-8391-0982-06DE-11CC2BBE629A}"/>
                </a:ext>
              </a:extLst>
            </p:cNvPr>
            <p:cNvSpPr/>
            <p:nvPr/>
          </p:nvSpPr>
          <p:spPr>
            <a:xfrm>
              <a:off x="3954600" y="663120"/>
              <a:ext cx="52200" cy="241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88" h="7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104;p34">
              <a:extLst>
                <a:ext uri="{FF2B5EF4-FFF2-40B4-BE49-F238E27FC236}">
                  <a16:creationId xmlns:a16="http://schemas.microsoft.com/office/drawing/2014/main" id="{074F496F-021B-D076-61B0-4662DCCDE309}"/>
                </a:ext>
              </a:extLst>
            </p:cNvPr>
            <p:cNvSpPr/>
            <p:nvPr/>
          </p:nvSpPr>
          <p:spPr>
            <a:xfrm>
              <a:off x="4041000" y="692640"/>
              <a:ext cx="41040" cy="3708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326" h="1200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105;p34">
              <a:extLst>
                <a:ext uri="{FF2B5EF4-FFF2-40B4-BE49-F238E27FC236}">
                  <a16:creationId xmlns:a16="http://schemas.microsoft.com/office/drawing/2014/main" id="{69AF9E21-3DE6-C32A-576E-C127497487E0}"/>
                </a:ext>
              </a:extLst>
            </p:cNvPr>
            <p:cNvSpPr/>
            <p:nvPr/>
          </p:nvSpPr>
          <p:spPr>
            <a:xfrm>
              <a:off x="4040280" y="693360"/>
              <a:ext cx="41040" cy="3636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326" h="1175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106;p34">
              <a:extLst>
                <a:ext uri="{FF2B5EF4-FFF2-40B4-BE49-F238E27FC236}">
                  <a16:creationId xmlns:a16="http://schemas.microsoft.com/office/drawing/2014/main" id="{95B8F5B7-B412-1E59-5DB4-B7373C4C3F24}"/>
                </a:ext>
              </a:extLst>
            </p:cNvPr>
            <p:cNvSpPr/>
            <p:nvPr/>
          </p:nvSpPr>
          <p:spPr>
            <a:xfrm>
              <a:off x="4417560" y="702360"/>
              <a:ext cx="47520" cy="1076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1538" h="3475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1107;p34">
              <a:extLst>
                <a:ext uri="{FF2B5EF4-FFF2-40B4-BE49-F238E27FC236}">
                  <a16:creationId xmlns:a16="http://schemas.microsoft.com/office/drawing/2014/main" id="{FA950CF7-3B8C-C17F-889B-8B07A8000277}"/>
                </a:ext>
              </a:extLst>
            </p:cNvPr>
            <p:cNvSpPr/>
            <p:nvPr/>
          </p:nvSpPr>
          <p:spPr>
            <a:xfrm>
              <a:off x="4456440" y="807480"/>
              <a:ext cx="21600" cy="198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700" h="651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1108;p34">
              <a:extLst>
                <a:ext uri="{FF2B5EF4-FFF2-40B4-BE49-F238E27FC236}">
                  <a16:creationId xmlns:a16="http://schemas.microsoft.com/office/drawing/2014/main" id="{53D6A285-85FD-2E88-7E53-361D7A40BA49}"/>
                </a:ext>
              </a:extLst>
            </p:cNvPr>
            <p:cNvSpPr/>
            <p:nvPr/>
          </p:nvSpPr>
          <p:spPr>
            <a:xfrm>
              <a:off x="4371120" y="688320"/>
              <a:ext cx="37440" cy="1015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1213" h="3275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1109;p34">
              <a:extLst>
                <a:ext uri="{FF2B5EF4-FFF2-40B4-BE49-F238E27FC236}">
                  <a16:creationId xmlns:a16="http://schemas.microsoft.com/office/drawing/2014/main" id="{59DDC56F-8090-6BF4-6397-4EB9B8BBD9E7}"/>
                </a:ext>
              </a:extLst>
            </p:cNvPr>
            <p:cNvSpPr/>
            <p:nvPr/>
          </p:nvSpPr>
          <p:spPr>
            <a:xfrm>
              <a:off x="4359600" y="783720"/>
              <a:ext cx="15480" cy="183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513" h="601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1110;p34">
              <a:extLst>
                <a:ext uri="{FF2B5EF4-FFF2-40B4-BE49-F238E27FC236}">
                  <a16:creationId xmlns:a16="http://schemas.microsoft.com/office/drawing/2014/main" id="{F862EE5F-BA88-5A10-E066-F36DE17980C0}"/>
                </a:ext>
              </a:extLst>
            </p:cNvPr>
            <p:cNvSpPr/>
            <p:nvPr/>
          </p:nvSpPr>
          <p:spPr>
            <a:xfrm>
              <a:off x="3859920" y="584640"/>
              <a:ext cx="295200" cy="74880"/>
            </a:xfrm>
            <a:custGeom>
              <a:avLst/>
              <a:gdLst>
                <a:gd name="textAreaLeft" fmla="*/ 0 w 295200"/>
                <a:gd name="textAreaRight" fmla="*/ 295560 w 29520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9499" h="2412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1111;p34">
              <a:extLst>
                <a:ext uri="{FF2B5EF4-FFF2-40B4-BE49-F238E27FC236}">
                  <a16:creationId xmlns:a16="http://schemas.microsoft.com/office/drawing/2014/main" id="{1A5EB7B5-15C3-C61D-6CB0-E525054C88E9}"/>
                </a:ext>
              </a:extLst>
            </p:cNvPr>
            <p:cNvSpPr/>
            <p:nvPr/>
          </p:nvSpPr>
          <p:spPr>
            <a:xfrm>
              <a:off x="4463640" y="652680"/>
              <a:ext cx="39240" cy="615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1276" h="1988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112;p34">
              <a:extLst>
                <a:ext uri="{FF2B5EF4-FFF2-40B4-BE49-F238E27FC236}">
                  <a16:creationId xmlns:a16="http://schemas.microsoft.com/office/drawing/2014/main" id="{7637DD5A-3364-7863-7BC2-6E1962D5F70D}"/>
                </a:ext>
              </a:extLst>
            </p:cNvPr>
            <p:cNvSpPr/>
            <p:nvPr/>
          </p:nvSpPr>
          <p:spPr>
            <a:xfrm>
              <a:off x="4158000" y="621000"/>
              <a:ext cx="77760" cy="388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12" h="1263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113;p34">
              <a:extLst>
                <a:ext uri="{FF2B5EF4-FFF2-40B4-BE49-F238E27FC236}">
                  <a16:creationId xmlns:a16="http://schemas.microsoft.com/office/drawing/2014/main" id="{4CE3A112-BE6C-23F5-7076-76DEAE3BCEBD}"/>
                </a:ext>
              </a:extLst>
            </p:cNvPr>
            <p:cNvSpPr/>
            <p:nvPr/>
          </p:nvSpPr>
          <p:spPr>
            <a:xfrm>
              <a:off x="4199040" y="601920"/>
              <a:ext cx="38160" cy="2628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1238" h="851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114;p34">
              <a:extLst>
                <a:ext uri="{FF2B5EF4-FFF2-40B4-BE49-F238E27FC236}">
                  <a16:creationId xmlns:a16="http://schemas.microsoft.com/office/drawing/2014/main" id="{1BDCFD91-523E-8ACD-5A7C-69A77064D597}"/>
                </a:ext>
              </a:extLst>
            </p:cNvPr>
            <p:cNvSpPr/>
            <p:nvPr/>
          </p:nvSpPr>
          <p:spPr>
            <a:xfrm>
              <a:off x="4435200" y="730080"/>
              <a:ext cx="100800" cy="6984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3250" h="2251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920" bIns="34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115;p34">
              <a:extLst>
                <a:ext uri="{FF2B5EF4-FFF2-40B4-BE49-F238E27FC236}">
                  <a16:creationId xmlns:a16="http://schemas.microsoft.com/office/drawing/2014/main" id="{618FECEE-AFC2-032C-949B-5453150D26AA}"/>
                </a:ext>
              </a:extLst>
            </p:cNvPr>
            <p:cNvSpPr/>
            <p:nvPr/>
          </p:nvSpPr>
          <p:spPr>
            <a:xfrm>
              <a:off x="4212000" y="666360"/>
              <a:ext cx="38160" cy="1872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238" h="613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1116;p34">
              <a:extLst>
                <a:ext uri="{FF2B5EF4-FFF2-40B4-BE49-F238E27FC236}">
                  <a16:creationId xmlns:a16="http://schemas.microsoft.com/office/drawing/2014/main" id="{B0939996-40A4-76C6-A9ED-3D8C1FD47D8D}"/>
                </a:ext>
              </a:extLst>
            </p:cNvPr>
            <p:cNvSpPr/>
            <p:nvPr/>
          </p:nvSpPr>
          <p:spPr>
            <a:xfrm>
              <a:off x="4208400" y="665640"/>
              <a:ext cx="42120" cy="27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363" h="876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1117;p34">
              <a:extLst>
                <a:ext uri="{FF2B5EF4-FFF2-40B4-BE49-F238E27FC236}">
                  <a16:creationId xmlns:a16="http://schemas.microsoft.com/office/drawing/2014/main" id="{D1005611-FFD3-8FDF-0D82-017897692434}"/>
                </a:ext>
              </a:extLst>
            </p:cNvPr>
            <p:cNvSpPr/>
            <p:nvPr/>
          </p:nvSpPr>
          <p:spPr>
            <a:xfrm>
              <a:off x="3792240" y="614880"/>
              <a:ext cx="164160" cy="74520"/>
            </a:xfrm>
            <a:custGeom>
              <a:avLst/>
              <a:gdLst>
                <a:gd name="textAreaLeft" fmla="*/ 0 w 164160"/>
                <a:gd name="textAreaRight" fmla="*/ 164520 w 16416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5287" h="2401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1118;p34">
              <a:extLst>
                <a:ext uri="{FF2B5EF4-FFF2-40B4-BE49-F238E27FC236}">
                  <a16:creationId xmlns:a16="http://schemas.microsoft.com/office/drawing/2014/main" id="{DF5EDF63-852A-D81E-C0AF-6D9CC8DCCB77}"/>
                </a:ext>
              </a:extLst>
            </p:cNvPr>
            <p:cNvSpPr/>
            <p:nvPr/>
          </p:nvSpPr>
          <p:spPr>
            <a:xfrm>
              <a:off x="3800520" y="654840"/>
              <a:ext cx="76320" cy="8064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80640"/>
                <a:gd name="textAreaBottom" fmla="*/ 81000 h 80640"/>
              </a:gdLst>
              <a:ahLst/>
              <a:cxnLst/>
              <a:rect l="textAreaLeft" t="textAreaTop" r="textAreaRight" b="textAreaBottom"/>
              <a:pathLst>
                <a:path w="2463" h="2600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1119;p34">
              <a:extLst>
                <a:ext uri="{FF2B5EF4-FFF2-40B4-BE49-F238E27FC236}">
                  <a16:creationId xmlns:a16="http://schemas.microsoft.com/office/drawing/2014/main" id="{639669A5-940A-81FD-7314-5BF214C61F80}"/>
                </a:ext>
              </a:extLst>
            </p:cNvPr>
            <p:cNvSpPr/>
            <p:nvPr/>
          </p:nvSpPr>
          <p:spPr>
            <a:xfrm>
              <a:off x="3844440" y="664560"/>
              <a:ext cx="44280" cy="57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1438" h="1863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1120;p34">
              <a:extLst>
                <a:ext uri="{FF2B5EF4-FFF2-40B4-BE49-F238E27FC236}">
                  <a16:creationId xmlns:a16="http://schemas.microsoft.com/office/drawing/2014/main" id="{D1A8AB42-39FF-FD6B-9A84-85CB13C3AAF3}"/>
                </a:ext>
              </a:extLst>
            </p:cNvPr>
            <p:cNvSpPr/>
            <p:nvPr/>
          </p:nvSpPr>
          <p:spPr>
            <a:xfrm>
              <a:off x="3830040" y="669240"/>
              <a:ext cx="20880" cy="3780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688" h="1226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1121;p34">
              <a:extLst>
                <a:ext uri="{FF2B5EF4-FFF2-40B4-BE49-F238E27FC236}">
                  <a16:creationId xmlns:a16="http://schemas.microsoft.com/office/drawing/2014/main" id="{DBDD4C19-232F-2D6B-479C-A48A682EEABA}"/>
                </a:ext>
              </a:extLst>
            </p:cNvPr>
            <p:cNvSpPr/>
            <p:nvPr/>
          </p:nvSpPr>
          <p:spPr>
            <a:xfrm>
              <a:off x="4136040" y="656640"/>
              <a:ext cx="68400" cy="88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2213" h="2862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1122;p34">
              <a:extLst>
                <a:ext uri="{FF2B5EF4-FFF2-40B4-BE49-F238E27FC236}">
                  <a16:creationId xmlns:a16="http://schemas.microsoft.com/office/drawing/2014/main" id="{0BAD134D-7F03-1DF3-074F-8F0D9E757E0A}"/>
                </a:ext>
              </a:extLst>
            </p:cNvPr>
            <p:cNvSpPr/>
            <p:nvPr/>
          </p:nvSpPr>
          <p:spPr>
            <a:xfrm>
              <a:off x="4563000" y="647640"/>
              <a:ext cx="138600" cy="129600"/>
            </a:xfrm>
            <a:custGeom>
              <a:avLst/>
              <a:gdLst>
                <a:gd name="textAreaLeft" fmla="*/ 0 w 138600"/>
                <a:gd name="textAreaRight" fmla="*/ 138960 w 13860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4462" h="4175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1123;p34">
              <a:extLst>
                <a:ext uri="{FF2B5EF4-FFF2-40B4-BE49-F238E27FC236}">
                  <a16:creationId xmlns:a16="http://schemas.microsoft.com/office/drawing/2014/main" id="{1D985295-2D2E-E94E-8D47-BBAA6E0D69BF}"/>
                </a:ext>
              </a:extLst>
            </p:cNvPr>
            <p:cNvSpPr/>
            <p:nvPr/>
          </p:nvSpPr>
          <p:spPr>
            <a:xfrm>
              <a:off x="4695120" y="563400"/>
              <a:ext cx="327960" cy="18252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10548" h="5874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4" name="Google Shape;1124;p34">
              <a:extLst>
                <a:ext uri="{FF2B5EF4-FFF2-40B4-BE49-F238E27FC236}">
                  <a16:creationId xmlns:a16="http://schemas.microsoft.com/office/drawing/2014/main" id="{AC4DC30B-7929-386A-0951-0C8E8003CDE3}"/>
                </a:ext>
              </a:extLst>
            </p:cNvPr>
            <p:cNvSpPr/>
            <p:nvPr/>
          </p:nvSpPr>
          <p:spPr>
            <a:xfrm>
              <a:off x="4938840" y="612720"/>
              <a:ext cx="125280" cy="104760"/>
            </a:xfrm>
            <a:custGeom>
              <a:avLst/>
              <a:gdLst>
                <a:gd name="textAreaLeft" fmla="*/ 0 w 125280"/>
                <a:gd name="textAreaRight" fmla="*/ 125640 w 12528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4037" h="3375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560" bIns="52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5" name="Google Shape;1125;p34">
              <a:extLst>
                <a:ext uri="{FF2B5EF4-FFF2-40B4-BE49-F238E27FC236}">
                  <a16:creationId xmlns:a16="http://schemas.microsoft.com/office/drawing/2014/main" id="{1A047E21-5C98-0336-D173-360C7461C45A}"/>
                </a:ext>
              </a:extLst>
            </p:cNvPr>
            <p:cNvSpPr/>
            <p:nvPr/>
          </p:nvSpPr>
          <p:spPr>
            <a:xfrm>
              <a:off x="5072760" y="680400"/>
              <a:ext cx="68760" cy="16920"/>
            </a:xfrm>
            <a:custGeom>
              <a:avLst/>
              <a:gdLst>
                <a:gd name="textAreaLeft" fmla="*/ 0 w 68760"/>
                <a:gd name="textAreaRight" fmla="*/ 69120 w 687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2225" h="551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6" name="Google Shape;1126;p34">
              <a:extLst>
                <a:ext uri="{FF2B5EF4-FFF2-40B4-BE49-F238E27FC236}">
                  <a16:creationId xmlns:a16="http://schemas.microsoft.com/office/drawing/2014/main" id="{1F238BC9-CE64-884D-00D1-69AE1112B284}"/>
                </a:ext>
              </a:extLst>
            </p:cNvPr>
            <p:cNvSpPr/>
            <p:nvPr/>
          </p:nvSpPr>
          <p:spPr>
            <a:xfrm>
              <a:off x="4734360" y="642960"/>
              <a:ext cx="100800" cy="11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250" h="3863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7" name="Google Shape;1127;p34">
              <a:extLst>
                <a:ext uri="{FF2B5EF4-FFF2-40B4-BE49-F238E27FC236}">
                  <a16:creationId xmlns:a16="http://schemas.microsoft.com/office/drawing/2014/main" id="{F6D4DCDE-F409-C8CC-0E82-8D1CF59C8C51}"/>
                </a:ext>
              </a:extLst>
            </p:cNvPr>
            <p:cNvSpPr/>
            <p:nvPr/>
          </p:nvSpPr>
          <p:spPr>
            <a:xfrm>
              <a:off x="4716360" y="678240"/>
              <a:ext cx="28440" cy="137520"/>
            </a:xfrm>
            <a:custGeom>
              <a:avLst/>
              <a:gdLst>
                <a:gd name="textAreaLeft" fmla="*/ 0 w 28440"/>
                <a:gd name="textAreaRight" fmla="*/ 28800 w 28440"/>
                <a:gd name="textAreaTop" fmla="*/ 0 h 137520"/>
                <a:gd name="textAreaBottom" fmla="*/ 137880 h 137520"/>
              </a:gdLst>
              <a:ahLst/>
              <a:cxnLst/>
              <a:rect l="textAreaLeft" t="textAreaTop" r="textAreaRight" b="textAreaBottom"/>
              <a:pathLst>
                <a:path w="926" h="4425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8" name="Google Shape;1128;p34">
              <a:extLst>
                <a:ext uri="{FF2B5EF4-FFF2-40B4-BE49-F238E27FC236}">
                  <a16:creationId xmlns:a16="http://schemas.microsoft.com/office/drawing/2014/main" id="{B8270083-38F7-D46A-3046-B39D44237EE9}"/>
                </a:ext>
              </a:extLst>
            </p:cNvPr>
            <p:cNvSpPr/>
            <p:nvPr/>
          </p:nvSpPr>
          <p:spPr>
            <a:xfrm>
              <a:off x="4730040" y="815040"/>
              <a:ext cx="14400" cy="14400"/>
            </a:xfrm>
            <a:custGeom>
              <a:avLst/>
              <a:gdLst>
                <a:gd name="textAreaLeft" fmla="*/ 0 w 14400"/>
                <a:gd name="textAreaRight" fmla="*/ 14760 w 1440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76" h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1129;p34">
              <a:extLst>
                <a:ext uri="{FF2B5EF4-FFF2-40B4-BE49-F238E27FC236}">
                  <a16:creationId xmlns:a16="http://schemas.microsoft.com/office/drawing/2014/main" id="{A2BD8B88-8B52-9F85-8B1A-92F904B4BDEB}"/>
                </a:ext>
              </a:extLst>
            </p:cNvPr>
            <p:cNvSpPr/>
            <p:nvPr/>
          </p:nvSpPr>
          <p:spPr>
            <a:xfrm>
              <a:off x="4724640" y="811800"/>
              <a:ext cx="27360" cy="208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889" h="688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1130;p34">
              <a:extLst>
                <a:ext uri="{FF2B5EF4-FFF2-40B4-BE49-F238E27FC236}">
                  <a16:creationId xmlns:a16="http://schemas.microsoft.com/office/drawing/2014/main" id="{88EB5F80-143F-1922-0462-83F165BF19D9}"/>
                </a:ext>
              </a:extLst>
            </p:cNvPr>
            <p:cNvSpPr/>
            <p:nvPr/>
          </p:nvSpPr>
          <p:spPr>
            <a:xfrm>
              <a:off x="5025600" y="605880"/>
              <a:ext cx="3240" cy="36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13" h="126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1131;p34">
              <a:extLst>
                <a:ext uri="{FF2B5EF4-FFF2-40B4-BE49-F238E27FC236}">
                  <a16:creationId xmlns:a16="http://schemas.microsoft.com/office/drawing/2014/main" id="{83D6D36D-22C9-2A63-B3AA-285D7F2B4628}"/>
                </a:ext>
              </a:extLst>
            </p:cNvPr>
            <p:cNvSpPr/>
            <p:nvPr/>
          </p:nvSpPr>
          <p:spPr>
            <a:xfrm>
              <a:off x="5138640" y="659880"/>
              <a:ext cx="51840" cy="219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75" h="713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1132;p34">
              <a:extLst>
                <a:ext uri="{FF2B5EF4-FFF2-40B4-BE49-F238E27FC236}">
                  <a16:creationId xmlns:a16="http://schemas.microsoft.com/office/drawing/2014/main" id="{85C1F3CE-A606-0AC1-D747-AD5111DAA4E2}"/>
                </a:ext>
              </a:extLst>
            </p:cNvPr>
            <p:cNvSpPr/>
            <p:nvPr/>
          </p:nvSpPr>
          <p:spPr>
            <a:xfrm>
              <a:off x="5138640" y="663120"/>
              <a:ext cx="52200" cy="241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88" h="7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1133;p34">
              <a:extLst>
                <a:ext uri="{FF2B5EF4-FFF2-40B4-BE49-F238E27FC236}">
                  <a16:creationId xmlns:a16="http://schemas.microsoft.com/office/drawing/2014/main" id="{B33FEC6F-49FB-E5E0-8D1C-9586DA105748}"/>
                </a:ext>
              </a:extLst>
            </p:cNvPr>
            <p:cNvSpPr/>
            <p:nvPr/>
          </p:nvSpPr>
          <p:spPr>
            <a:xfrm>
              <a:off x="5063400" y="692640"/>
              <a:ext cx="41400" cy="3744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1338" h="1213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1134;p34">
              <a:extLst>
                <a:ext uri="{FF2B5EF4-FFF2-40B4-BE49-F238E27FC236}">
                  <a16:creationId xmlns:a16="http://schemas.microsoft.com/office/drawing/2014/main" id="{B9D1DD89-8CA6-7BAD-D357-4CC8DF0F991A}"/>
                </a:ext>
              </a:extLst>
            </p:cNvPr>
            <p:cNvSpPr/>
            <p:nvPr/>
          </p:nvSpPr>
          <p:spPr>
            <a:xfrm>
              <a:off x="5063760" y="693360"/>
              <a:ext cx="41400" cy="3636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6360"/>
                <a:gd name="textAreaBottom" fmla="*/ 36720 h 36360"/>
              </a:gdLst>
              <a:ahLst/>
              <a:cxnLst/>
              <a:rect l="textAreaLeft" t="textAreaTop" r="textAreaRight" b="textAreaBottom"/>
              <a:pathLst>
                <a:path w="1339" h="1175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360" bIns="18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1135;p34">
              <a:extLst>
                <a:ext uri="{FF2B5EF4-FFF2-40B4-BE49-F238E27FC236}">
                  <a16:creationId xmlns:a16="http://schemas.microsoft.com/office/drawing/2014/main" id="{EE0D9D20-8FDF-338A-26F0-851CB8F01CF6}"/>
                </a:ext>
              </a:extLst>
            </p:cNvPr>
            <p:cNvSpPr/>
            <p:nvPr/>
          </p:nvSpPr>
          <p:spPr>
            <a:xfrm>
              <a:off x="4680000" y="702360"/>
              <a:ext cx="47880" cy="107640"/>
            </a:xfrm>
            <a:custGeom>
              <a:avLst/>
              <a:gdLst>
                <a:gd name="textAreaLeft" fmla="*/ 0 w 47880"/>
                <a:gd name="textAreaRight" fmla="*/ 48240 w 47880"/>
                <a:gd name="textAreaTop" fmla="*/ 0 h 107640"/>
                <a:gd name="textAreaBottom" fmla="*/ 108000 h 107640"/>
              </a:gdLst>
              <a:ahLst/>
              <a:cxnLst/>
              <a:rect l="textAreaLeft" t="textAreaTop" r="textAreaRight" b="textAreaBottom"/>
              <a:pathLst>
                <a:path w="1551" h="3475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4000" bIns="54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1136;p34">
              <a:extLst>
                <a:ext uri="{FF2B5EF4-FFF2-40B4-BE49-F238E27FC236}">
                  <a16:creationId xmlns:a16="http://schemas.microsoft.com/office/drawing/2014/main" id="{81D599F2-6821-1DAE-95F4-72AA20AD5E6B}"/>
                </a:ext>
              </a:extLst>
            </p:cNvPr>
            <p:cNvSpPr/>
            <p:nvPr/>
          </p:nvSpPr>
          <p:spPr>
            <a:xfrm>
              <a:off x="4667040" y="807480"/>
              <a:ext cx="22320" cy="201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726" h="664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1137;p34">
              <a:extLst>
                <a:ext uri="{FF2B5EF4-FFF2-40B4-BE49-F238E27FC236}">
                  <a16:creationId xmlns:a16="http://schemas.microsoft.com/office/drawing/2014/main" id="{EB5F1C73-F620-38C6-3006-05AA15CA7BBE}"/>
                </a:ext>
              </a:extLst>
            </p:cNvPr>
            <p:cNvSpPr/>
            <p:nvPr/>
          </p:nvSpPr>
          <p:spPr>
            <a:xfrm>
              <a:off x="4736880" y="688320"/>
              <a:ext cx="37440" cy="10152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1213" h="3275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1138;p34">
              <a:extLst>
                <a:ext uri="{FF2B5EF4-FFF2-40B4-BE49-F238E27FC236}">
                  <a16:creationId xmlns:a16="http://schemas.microsoft.com/office/drawing/2014/main" id="{A885447A-D161-327B-34F7-3F719DB0CDF9}"/>
                </a:ext>
              </a:extLst>
            </p:cNvPr>
            <p:cNvSpPr/>
            <p:nvPr/>
          </p:nvSpPr>
          <p:spPr>
            <a:xfrm>
              <a:off x="4770000" y="783720"/>
              <a:ext cx="16560" cy="1908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539" h="626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1139;p34">
              <a:extLst>
                <a:ext uri="{FF2B5EF4-FFF2-40B4-BE49-F238E27FC236}">
                  <a16:creationId xmlns:a16="http://schemas.microsoft.com/office/drawing/2014/main" id="{31FCE7A5-A20C-F9D1-5D7B-78047FD9DABE}"/>
                </a:ext>
              </a:extLst>
            </p:cNvPr>
            <p:cNvSpPr/>
            <p:nvPr/>
          </p:nvSpPr>
          <p:spPr>
            <a:xfrm>
              <a:off x="4989960" y="584640"/>
              <a:ext cx="295560" cy="7416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9511" h="2400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08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1140;p34">
              <a:extLst>
                <a:ext uri="{FF2B5EF4-FFF2-40B4-BE49-F238E27FC236}">
                  <a16:creationId xmlns:a16="http://schemas.microsoft.com/office/drawing/2014/main" id="{FFA78725-27EA-E279-1F94-B01BE5626382}"/>
                </a:ext>
              </a:extLst>
            </p:cNvPr>
            <p:cNvSpPr/>
            <p:nvPr/>
          </p:nvSpPr>
          <p:spPr>
            <a:xfrm>
              <a:off x="4642560" y="653040"/>
              <a:ext cx="39240" cy="6120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1276" h="19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1141;p34">
              <a:extLst>
                <a:ext uri="{FF2B5EF4-FFF2-40B4-BE49-F238E27FC236}">
                  <a16:creationId xmlns:a16="http://schemas.microsoft.com/office/drawing/2014/main" id="{BE7F34B7-8F99-D94C-A4F9-9DBF1A644009}"/>
                </a:ext>
              </a:extLst>
            </p:cNvPr>
            <p:cNvSpPr/>
            <p:nvPr/>
          </p:nvSpPr>
          <p:spPr>
            <a:xfrm>
              <a:off x="4909320" y="621000"/>
              <a:ext cx="77760" cy="388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13" h="126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1142;p34">
              <a:extLst>
                <a:ext uri="{FF2B5EF4-FFF2-40B4-BE49-F238E27FC236}">
                  <a16:creationId xmlns:a16="http://schemas.microsoft.com/office/drawing/2014/main" id="{ADA5C020-C7E6-2612-E93C-9BE4B0E43F8F}"/>
                </a:ext>
              </a:extLst>
            </p:cNvPr>
            <p:cNvSpPr/>
            <p:nvPr/>
          </p:nvSpPr>
          <p:spPr>
            <a:xfrm>
              <a:off x="4907880" y="601920"/>
              <a:ext cx="38160" cy="2628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6280"/>
                <a:gd name="textAreaBottom" fmla="*/ 26640 h 26280"/>
              </a:gdLst>
              <a:ahLst/>
              <a:cxnLst/>
              <a:rect l="textAreaLeft" t="textAreaTop" r="textAreaRight" b="textAreaBottom"/>
              <a:pathLst>
                <a:path w="1238" h="851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143;p34">
              <a:extLst>
                <a:ext uri="{FF2B5EF4-FFF2-40B4-BE49-F238E27FC236}">
                  <a16:creationId xmlns:a16="http://schemas.microsoft.com/office/drawing/2014/main" id="{A0F2BA79-33DA-EE83-BCBA-42DB4771EFC1}"/>
                </a:ext>
              </a:extLst>
            </p:cNvPr>
            <p:cNvSpPr/>
            <p:nvPr/>
          </p:nvSpPr>
          <p:spPr>
            <a:xfrm>
              <a:off x="4609080" y="730080"/>
              <a:ext cx="100800" cy="6984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3250" h="2251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920" bIns="34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144;p34">
              <a:extLst>
                <a:ext uri="{FF2B5EF4-FFF2-40B4-BE49-F238E27FC236}">
                  <a16:creationId xmlns:a16="http://schemas.microsoft.com/office/drawing/2014/main" id="{8C2850A1-373D-2058-DEF0-4F4229469B3B}"/>
                </a:ext>
              </a:extLst>
            </p:cNvPr>
            <p:cNvSpPr/>
            <p:nvPr/>
          </p:nvSpPr>
          <p:spPr>
            <a:xfrm>
              <a:off x="4894920" y="666360"/>
              <a:ext cx="38160" cy="1836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1238" h="601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145;p34">
              <a:extLst>
                <a:ext uri="{FF2B5EF4-FFF2-40B4-BE49-F238E27FC236}">
                  <a16:creationId xmlns:a16="http://schemas.microsoft.com/office/drawing/2014/main" id="{682A731B-7572-5EEF-D147-438CEE195119}"/>
                </a:ext>
              </a:extLst>
            </p:cNvPr>
            <p:cNvSpPr/>
            <p:nvPr/>
          </p:nvSpPr>
          <p:spPr>
            <a:xfrm>
              <a:off x="4894560" y="665640"/>
              <a:ext cx="42120" cy="27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363" h="876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146;p34">
              <a:extLst>
                <a:ext uri="{FF2B5EF4-FFF2-40B4-BE49-F238E27FC236}">
                  <a16:creationId xmlns:a16="http://schemas.microsoft.com/office/drawing/2014/main" id="{B6524594-F5FC-ED9E-1EF3-E649BADC1C92}"/>
                </a:ext>
              </a:extLst>
            </p:cNvPr>
            <p:cNvSpPr/>
            <p:nvPr/>
          </p:nvSpPr>
          <p:spPr>
            <a:xfrm>
              <a:off x="5189040" y="614880"/>
              <a:ext cx="164520" cy="7452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74520"/>
                <a:gd name="textAreaBottom" fmla="*/ 74880 h 74520"/>
              </a:gdLst>
              <a:ahLst/>
              <a:cxnLst/>
              <a:rect l="textAreaLeft" t="textAreaTop" r="textAreaRight" b="textAreaBottom"/>
              <a:pathLst>
                <a:path w="5300" h="2401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1147;p34">
              <a:extLst>
                <a:ext uri="{FF2B5EF4-FFF2-40B4-BE49-F238E27FC236}">
                  <a16:creationId xmlns:a16="http://schemas.microsoft.com/office/drawing/2014/main" id="{47261881-5B8E-F395-9A17-3E81E0B841C5}"/>
                </a:ext>
              </a:extLst>
            </p:cNvPr>
            <p:cNvSpPr/>
            <p:nvPr/>
          </p:nvSpPr>
          <p:spPr>
            <a:xfrm>
              <a:off x="5268600" y="654840"/>
              <a:ext cx="75600" cy="806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80640"/>
                <a:gd name="textAreaBottom" fmla="*/ 81000 h 80640"/>
              </a:gdLst>
              <a:ahLst/>
              <a:cxnLst/>
              <a:rect l="textAreaLeft" t="textAreaTop" r="textAreaRight" b="textAreaBottom"/>
              <a:pathLst>
                <a:path w="2438" h="2600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1148;p34">
              <a:extLst>
                <a:ext uri="{FF2B5EF4-FFF2-40B4-BE49-F238E27FC236}">
                  <a16:creationId xmlns:a16="http://schemas.microsoft.com/office/drawing/2014/main" id="{2185531D-9AD6-B34B-75D2-2F38199493FE}"/>
                </a:ext>
              </a:extLst>
            </p:cNvPr>
            <p:cNvSpPr/>
            <p:nvPr/>
          </p:nvSpPr>
          <p:spPr>
            <a:xfrm>
              <a:off x="5256360" y="664560"/>
              <a:ext cx="44280" cy="57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1438" h="1863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1149;p34">
              <a:extLst>
                <a:ext uri="{FF2B5EF4-FFF2-40B4-BE49-F238E27FC236}">
                  <a16:creationId xmlns:a16="http://schemas.microsoft.com/office/drawing/2014/main" id="{D46C7C99-A45C-2BD5-9216-EDDA90E387C8}"/>
                </a:ext>
              </a:extLst>
            </p:cNvPr>
            <p:cNvSpPr/>
            <p:nvPr/>
          </p:nvSpPr>
          <p:spPr>
            <a:xfrm>
              <a:off x="5294160" y="669240"/>
              <a:ext cx="21240" cy="3780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689" h="1226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1150;p34">
              <a:extLst>
                <a:ext uri="{FF2B5EF4-FFF2-40B4-BE49-F238E27FC236}">
                  <a16:creationId xmlns:a16="http://schemas.microsoft.com/office/drawing/2014/main" id="{2A7E2356-1764-B9D1-ECF7-6464FB147F19}"/>
                </a:ext>
              </a:extLst>
            </p:cNvPr>
            <p:cNvSpPr/>
            <p:nvPr/>
          </p:nvSpPr>
          <p:spPr>
            <a:xfrm>
              <a:off x="4940640" y="656640"/>
              <a:ext cx="68400" cy="88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2213" h="2862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1151;p34">
              <a:extLst>
                <a:ext uri="{FF2B5EF4-FFF2-40B4-BE49-F238E27FC236}">
                  <a16:creationId xmlns:a16="http://schemas.microsoft.com/office/drawing/2014/main" id="{CF5FC28C-77CF-B722-62C5-23DA1B4BCB33}"/>
                </a:ext>
              </a:extLst>
            </p:cNvPr>
            <p:cNvSpPr/>
            <p:nvPr/>
          </p:nvSpPr>
          <p:spPr>
            <a:xfrm>
              <a:off x="4542840" y="752400"/>
              <a:ext cx="24480" cy="1872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801" h="614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1152;p34">
              <a:extLst>
                <a:ext uri="{FF2B5EF4-FFF2-40B4-BE49-F238E27FC236}">
                  <a16:creationId xmlns:a16="http://schemas.microsoft.com/office/drawing/2014/main" id="{9D71E11D-41F5-9864-B535-EEE2FE171156}"/>
                </a:ext>
              </a:extLst>
            </p:cNvPr>
            <p:cNvSpPr/>
            <p:nvPr/>
          </p:nvSpPr>
          <p:spPr>
            <a:xfrm>
              <a:off x="4542120" y="768600"/>
              <a:ext cx="20520" cy="72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676" h="238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1153;p34">
              <a:extLst>
                <a:ext uri="{FF2B5EF4-FFF2-40B4-BE49-F238E27FC236}">
                  <a16:creationId xmlns:a16="http://schemas.microsoft.com/office/drawing/2014/main" id="{015B051F-04C5-EE0E-EAE0-D72D1B19F2D0}"/>
                </a:ext>
              </a:extLst>
            </p:cNvPr>
            <p:cNvSpPr/>
            <p:nvPr/>
          </p:nvSpPr>
          <p:spPr>
            <a:xfrm>
              <a:off x="4565520" y="746640"/>
              <a:ext cx="11520" cy="9000"/>
            </a:xfrm>
            <a:custGeom>
              <a:avLst/>
              <a:gdLst>
                <a:gd name="textAreaLeft" fmla="*/ 0 w 11520"/>
                <a:gd name="textAreaRight" fmla="*/ 11880 w 1152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76" h="301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1154;p34">
              <a:extLst>
                <a:ext uri="{FF2B5EF4-FFF2-40B4-BE49-F238E27FC236}">
                  <a16:creationId xmlns:a16="http://schemas.microsoft.com/office/drawing/2014/main" id="{40F30E11-7C6C-9D1A-C8F4-08D370BEA883}"/>
                </a:ext>
              </a:extLst>
            </p:cNvPr>
            <p:cNvSpPr/>
            <p:nvPr/>
          </p:nvSpPr>
          <p:spPr>
            <a:xfrm>
              <a:off x="4574880" y="753120"/>
              <a:ext cx="24480" cy="190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801" h="626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1155;p34">
              <a:extLst>
                <a:ext uri="{FF2B5EF4-FFF2-40B4-BE49-F238E27FC236}">
                  <a16:creationId xmlns:a16="http://schemas.microsoft.com/office/drawing/2014/main" id="{7A66CE27-F7A6-0094-4DF8-C010EFC2C46F}"/>
                </a:ext>
              </a:extLst>
            </p:cNvPr>
            <p:cNvSpPr/>
            <p:nvPr/>
          </p:nvSpPr>
          <p:spPr>
            <a:xfrm>
              <a:off x="4569120" y="765360"/>
              <a:ext cx="29880" cy="1260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975" h="413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1156;p34">
              <a:extLst>
                <a:ext uri="{FF2B5EF4-FFF2-40B4-BE49-F238E27FC236}">
                  <a16:creationId xmlns:a16="http://schemas.microsoft.com/office/drawing/2014/main" id="{66FFFE7F-1C67-D0B4-2EBB-57FD56554619}"/>
                </a:ext>
              </a:extLst>
            </p:cNvPr>
            <p:cNvSpPr/>
            <p:nvPr/>
          </p:nvSpPr>
          <p:spPr>
            <a:xfrm>
              <a:off x="4556160" y="765360"/>
              <a:ext cx="16560" cy="936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539" h="313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1157;p34">
              <a:extLst>
                <a:ext uri="{FF2B5EF4-FFF2-40B4-BE49-F238E27FC236}">
                  <a16:creationId xmlns:a16="http://schemas.microsoft.com/office/drawing/2014/main" id="{26605628-DB9A-C60D-6CAE-41CC8281D3A7}"/>
                </a:ext>
              </a:extLst>
            </p:cNvPr>
            <p:cNvSpPr/>
            <p:nvPr/>
          </p:nvSpPr>
          <p:spPr>
            <a:xfrm>
              <a:off x="4562640" y="776880"/>
              <a:ext cx="17640" cy="151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576" h="500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1158;p34">
              <a:extLst>
                <a:ext uri="{FF2B5EF4-FFF2-40B4-BE49-F238E27FC236}">
                  <a16:creationId xmlns:a16="http://schemas.microsoft.com/office/drawing/2014/main" id="{B1D05F8B-C110-8898-7D55-61A4D30DC6D4}"/>
                </a:ext>
              </a:extLst>
            </p:cNvPr>
            <p:cNvSpPr/>
            <p:nvPr/>
          </p:nvSpPr>
          <p:spPr>
            <a:xfrm>
              <a:off x="4562640" y="4347000"/>
              <a:ext cx="138960" cy="12960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4475" h="41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1159;p34">
              <a:extLst>
                <a:ext uri="{FF2B5EF4-FFF2-40B4-BE49-F238E27FC236}">
                  <a16:creationId xmlns:a16="http://schemas.microsoft.com/office/drawing/2014/main" id="{6D6D8B39-FDA0-EC47-24E7-37092C632C20}"/>
                </a:ext>
              </a:extLst>
            </p:cNvPr>
            <p:cNvSpPr/>
            <p:nvPr/>
          </p:nvSpPr>
          <p:spPr>
            <a:xfrm>
              <a:off x="4695480" y="4377960"/>
              <a:ext cx="327600" cy="182520"/>
            </a:xfrm>
            <a:custGeom>
              <a:avLst/>
              <a:gdLst>
                <a:gd name="textAreaLeft" fmla="*/ 0 w 327600"/>
                <a:gd name="textAreaRight" fmla="*/ 327960 w 327600"/>
                <a:gd name="textAreaTop" fmla="*/ 0 h 182520"/>
                <a:gd name="textAreaBottom" fmla="*/ 182880 h 182520"/>
              </a:gdLst>
              <a:ahLst/>
              <a:cxnLst/>
              <a:rect l="textAreaLeft" t="textAreaTop" r="textAreaRight" b="textAreaBottom"/>
              <a:pathLst>
                <a:path w="10536" h="5874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1160;p34">
              <a:extLst>
                <a:ext uri="{FF2B5EF4-FFF2-40B4-BE49-F238E27FC236}">
                  <a16:creationId xmlns:a16="http://schemas.microsoft.com/office/drawing/2014/main" id="{753F33FC-6C96-B324-F6E3-7F3C19FF7609}"/>
                </a:ext>
              </a:extLst>
            </p:cNvPr>
            <p:cNvSpPr/>
            <p:nvPr/>
          </p:nvSpPr>
          <p:spPr>
            <a:xfrm>
              <a:off x="4939560" y="4405680"/>
              <a:ext cx="124560" cy="105480"/>
            </a:xfrm>
            <a:custGeom>
              <a:avLst/>
              <a:gdLst>
                <a:gd name="textAreaLeft" fmla="*/ 0 w 124560"/>
                <a:gd name="textAreaRight" fmla="*/ 124920 w 124560"/>
                <a:gd name="textAreaTop" fmla="*/ 0 h 105480"/>
                <a:gd name="textAreaBottom" fmla="*/ 105840 h 105480"/>
              </a:gdLst>
              <a:ahLst/>
              <a:cxnLst/>
              <a:rect l="textAreaLeft" t="textAreaTop" r="textAreaRight" b="textAreaBottom"/>
              <a:pathLst>
                <a:path w="4012" h="3400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920" bIns="52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1161;p34">
              <a:extLst>
                <a:ext uri="{FF2B5EF4-FFF2-40B4-BE49-F238E27FC236}">
                  <a16:creationId xmlns:a16="http://schemas.microsoft.com/office/drawing/2014/main" id="{61D7F402-9504-25A7-E4AB-485E627EEDD9}"/>
                </a:ext>
              </a:extLst>
            </p:cNvPr>
            <p:cNvSpPr/>
            <p:nvPr/>
          </p:nvSpPr>
          <p:spPr>
            <a:xfrm>
              <a:off x="5072760" y="4426920"/>
              <a:ext cx="68400" cy="16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213" h="538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1162;p34">
              <a:extLst>
                <a:ext uri="{FF2B5EF4-FFF2-40B4-BE49-F238E27FC236}">
                  <a16:creationId xmlns:a16="http://schemas.microsoft.com/office/drawing/2014/main" id="{098BB898-F970-B09D-1A20-2AAF104F1C29}"/>
                </a:ext>
              </a:extLst>
            </p:cNvPr>
            <p:cNvSpPr/>
            <p:nvPr/>
          </p:nvSpPr>
          <p:spPr>
            <a:xfrm>
              <a:off x="4733280" y="4361400"/>
              <a:ext cx="102240" cy="11988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300" h="3863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1163;p34">
              <a:extLst>
                <a:ext uri="{FF2B5EF4-FFF2-40B4-BE49-F238E27FC236}">
                  <a16:creationId xmlns:a16="http://schemas.microsoft.com/office/drawing/2014/main" id="{137FB80D-3635-08E6-15AE-965B9774135D}"/>
                </a:ext>
              </a:extLst>
            </p:cNvPr>
            <p:cNvSpPr/>
            <p:nvPr/>
          </p:nvSpPr>
          <p:spPr>
            <a:xfrm>
              <a:off x="4716720" y="4308480"/>
              <a:ext cx="28080" cy="13788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7880"/>
                <a:gd name="textAreaBottom" fmla="*/ 138240 h 137880"/>
              </a:gdLst>
              <a:ahLst/>
              <a:cxnLst/>
              <a:rect l="textAreaLeft" t="textAreaTop" r="textAreaRight" b="textAreaBottom"/>
              <a:pathLst>
                <a:path w="914" h="4437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120" bIns="69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1164;p34">
              <a:extLst>
                <a:ext uri="{FF2B5EF4-FFF2-40B4-BE49-F238E27FC236}">
                  <a16:creationId xmlns:a16="http://schemas.microsoft.com/office/drawing/2014/main" id="{BC75984D-F504-F7D3-0C85-3861B9F7C0F9}"/>
                </a:ext>
              </a:extLst>
            </p:cNvPr>
            <p:cNvSpPr/>
            <p:nvPr/>
          </p:nvSpPr>
          <p:spPr>
            <a:xfrm>
              <a:off x="4729680" y="4294080"/>
              <a:ext cx="14760" cy="147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488" h="489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1165;p34">
              <a:extLst>
                <a:ext uri="{FF2B5EF4-FFF2-40B4-BE49-F238E27FC236}">
                  <a16:creationId xmlns:a16="http://schemas.microsoft.com/office/drawing/2014/main" id="{978FC843-D136-58E9-0C9B-DEAD0B671902}"/>
                </a:ext>
              </a:extLst>
            </p:cNvPr>
            <p:cNvSpPr/>
            <p:nvPr/>
          </p:nvSpPr>
          <p:spPr>
            <a:xfrm>
              <a:off x="4724640" y="4291920"/>
              <a:ext cx="22680" cy="19440"/>
            </a:xfrm>
            <a:custGeom>
              <a:avLst/>
              <a:gdLst>
                <a:gd name="textAreaLeft" fmla="*/ 0 w 22680"/>
                <a:gd name="textAreaRight" fmla="*/ 23040 w 22680"/>
                <a:gd name="textAreaTop" fmla="*/ 0 h 19440"/>
                <a:gd name="textAreaBottom" fmla="*/ 19800 h 19440"/>
              </a:gdLst>
              <a:ahLst/>
              <a:cxnLst/>
              <a:rect l="textAreaLeft" t="textAreaTop" r="textAreaRight" b="textAreaBottom"/>
              <a:pathLst>
                <a:path w="739" h="6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1166;p34">
              <a:extLst>
                <a:ext uri="{FF2B5EF4-FFF2-40B4-BE49-F238E27FC236}">
                  <a16:creationId xmlns:a16="http://schemas.microsoft.com/office/drawing/2014/main" id="{C05F2627-D217-F241-7FE5-4726F153A9D2}"/>
                </a:ext>
              </a:extLst>
            </p:cNvPr>
            <p:cNvSpPr/>
            <p:nvPr/>
          </p:nvSpPr>
          <p:spPr>
            <a:xfrm>
              <a:off x="5026320" y="4514760"/>
              <a:ext cx="3240" cy="36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13" h="126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1167;p34">
              <a:extLst>
                <a:ext uri="{FF2B5EF4-FFF2-40B4-BE49-F238E27FC236}">
                  <a16:creationId xmlns:a16="http://schemas.microsoft.com/office/drawing/2014/main" id="{9237870A-DF3E-9D18-ED94-78CDFD01CED7}"/>
                </a:ext>
              </a:extLst>
            </p:cNvPr>
            <p:cNvSpPr/>
            <p:nvPr/>
          </p:nvSpPr>
          <p:spPr>
            <a:xfrm>
              <a:off x="5138640" y="4442400"/>
              <a:ext cx="51840" cy="21960"/>
            </a:xfrm>
            <a:custGeom>
              <a:avLst/>
              <a:gdLst>
                <a:gd name="textAreaLeft" fmla="*/ 0 w 51840"/>
                <a:gd name="textAreaRight" fmla="*/ 52200 w 5184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1675" h="713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1168;p34">
              <a:extLst>
                <a:ext uri="{FF2B5EF4-FFF2-40B4-BE49-F238E27FC236}">
                  <a16:creationId xmlns:a16="http://schemas.microsoft.com/office/drawing/2014/main" id="{5CE0E5C9-78E7-E375-0701-79DC29707FD9}"/>
                </a:ext>
              </a:extLst>
            </p:cNvPr>
            <p:cNvSpPr/>
            <p:nvPr/>
          </p:nvSpPr>
          <p:spPr>
            <a:xfrm>
              <a:off x="5138640" y="4437000"/>
              <a:ext cx="52200" cy="241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88" h="7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1169;p34">
              <a:extLst>
                <a:ext uri="{FF2B5EF4-FFF2-40B4-BE49-F238E27FC236}">
                  <a16:creationId xmlns:a16="http://schemas.microsoft.com/office/drawing/2014/main" id="{A3F70B82-B425-7089-1054-762724C9E3A5}"/>
                </a:ext>
              </a:extLst>
            </p:cNvPr>
            <p:cNvSpPr/>
            <p:nvPr/>
          </p:nvSpPr>
          <p:spPr>
            <a:xfrm>
              <a:off x="5063400" y="4394160"/>
              <a:ext cx="41040" cy="3708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326" h="1201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1170;p34">
              <a:extLst>
                <a:ext uri="{FF2B5EF4-FFF2-40B4-BE49-F238E27FC236}">
                  <a16:creationId xmlns:a16="http://schemas.microsoft.com/office/drawing/2014/main" id="{B4C04726-A23B-2F8B-E44D-87FAF24DEE1E}"/>
                </a:ext>
              </a:extLst>
            </p:cNvPr>
            <p:cNvSpPr/>
            <p:nvPr/>
          </p:nvSpPr>
          <p:spPr>
            <a:xfrm>
              <a:off x="5064120" y="4394520"/>
              <a:ext cx="41040" cy="36000"/>
            </a:xfrm>
            <a:custGeom>
              <a:avLst/>
              <a:gdLst>
                <a:gd name="textAreaLeft" fmla="*/ 0 w 41040"/>
                <a:gd name="textAreaRight" fmla="*/ 41400 w 4104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326" h="1164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1171;p34">
              <a:extLst>
                <a:ext uri="{FF2B5EF4-FFF2-40B4-BE49-F238E27FC236}">
                  <a16:creationId xmlns:a16="http://schemas.microsoft.com/office/drawing/2014/main" id="{3A93C2B0-5AB1-81F4-48FD-71DD03CF649D}"/>
                </a:ext>
              </a:extLst>
            </p:cNvPr>
            <p:cNvSpPr/>
            <p:nvPr/>
          </p:nvSpPr>
          <p:spPr>
            <a:xfrm>
              <a:off x="4680360" y="4313880"/>
              <a:ext cx="47520" cy="107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1538" h="3462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640" bIns="53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1172;p34">
              <a:extLst>
                <a:ext uri="{FF2B5EF4-FFF2-40B4-BE49-F238E27FC236}">
                  <a16:creationId xmlns:a16="http://schemas.microsoft.com/office/drawing/2014/main" id="{22D6FAF4-FF4A-57C4-DE44-202A738D8E16}"/>
                </a:ext>
              </a:extLst>
            </p:cNvPr>
            <p:cNvSpPr/>
            <p:nvPr/>
          </p:nvSpPr>
          <p:spPr>
            <a:xfrm>
              <a:off x="4667400" y="4296960"/>
              <a:ext cx="21960" cy="198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19800"/>
                <a:gd name="textAreaBottom" fmla="*/ 20160 h 19800"/>
              </a:gdLst>
              <a:ahLst/>
              <a:cxnLst/>
              <a:rect l="textAreaLeft" t="textAreaTop" r="textAreaRight" b="textAreaBottom"/>
              <a:pathLst>
                <a:path w="714" h="651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1173;p34">
              <a:extLst>
                <a:ext uri="{FF2B5EF4-FFF2-40B4-BE49-F238E27FC236}">
                  <a16:creationId xmlns:a16="http://schemas.microsoft.com/office/drawing/2014/main" id="{8398AB73-2047-A088-760B-AE9F7CEDF519}"/>
                </a:ext>
              </a:extLst>
            </p:cNvPr>
            <p:cNvSpPr/>
            <p:nvPr/>
          </p:nvSpPr>
          <p:spPr>
            <a:xfrm>
              <a:off x="4736880" y="4333680"/>
              <a:ext cx="37800" cy="1018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1225" h="3288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1174;p34">
              <a:extLst>
                <a:ext uri="{FF2B5EF4-FFF2-40B4-BE49-F238E27FC236}">
                  <a16:creationId xmlns:a16="http://schemas.microsoft.com/office/drawing/2014/main" id="{A6379DF8-D6C9-2A6C-2EAF-FA81C2AF0D11}"/>
                </a:ext>
              </a:extLst>
            </p:cNvPr>
            <p:cNvSpPr/>
            <p:nvPr/>
          </p:nvSpPr>
          <p:spPr>
            <a:xfrm>
              <a:off x="4770720" y="4323600"/>
              <a:ext cx="16560" cy="1692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16920"/>
                <a:gd name="textAreaBottom" fmla="*/ 17280 h 16920"/>
              </a:gdLst>
              <a:ahLst/>
              <a:cxnLst/>
              <a:rect l="textAreaLeft" t="textAreaTop" r="textAreaRight" b="textAreaBottom"/>
              <a:pathLst>
                <a:path w="538" h="551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1175;p34">
              <a:extLst>
                <a:ext uri="{FF2B5EF4-FFF2-40B4-BE49-F238E27FC236}">
                  <a16:creationId xmlns:a16="http://schemas.microsoft.com/office/drawing/2014/main" id="{3DBA9D01-5B34-9B82-989B-48FEEFF9D323}"/>
                </a:ext>
              </a:extLst>
            </p:cNvPr>
            <p:cNvSpPr/>
            <p:nvPr/>
          </p:nvSpPr>
          <p:spPr>
            <a:xfrm>
              <a:off x="4989960" y="4464720"/>
              <a:ext cx="295560" cy="7488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9511" h="2413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1176;p34">
              <a:extLst>
                <a:ext uri="{FF2B5EF4-FFF2-40B4-BE49-F238E27FC236}">
                  <a16:creationId xmlns:a16="http://schemas.microsoft.com/office/drawing/2014/main" id="{27EFEB8D-6166-5455-7DAA-86F12F22C097}"/>
                </a:ext>
              </a:extLst>
            </p:cNvPr>
            <p:cNvSpPr/>
            <p:nvPr/>
          </p:nvSpPr>
          <p:spPr>
            <a:xfrm>
              <a:off x="4642200" y="4410000"/>
              <a:ext cx="39240" cy="61560"/>
            </a:xfrm>
            <a:custGeom>
              <a:avLst/>
              <a:gdLst>
                <a:gd name="textAreaLeft" fmla="*/ 0 w 39240"/>
                <a:gd name="textAreaRight" fmla="*/ 39600 w 39240"/>
                <a:gd name="textAreaTop" fmla="*/ 0 h 61560"/>
                <a:gd name="textAreaBottom" fmla="*/ 61920 h 61560"/>
              </a:gdLst>
              <a:ahLst/>
              <a:cxnLst/>
              <a:rect l="textAreaLeft" t="textAreaTop" r="textAreaRight" b="textAreaBottom"/>
              <a:pathLst>
                <a:path w="1276" h="1988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1177;p34">
              <a:extLst>
                <a:ext uri="{FF2B5EF4-FFF2-40B4-BE49-F238E27FC236}">
                  <a16:creationId xmlns:a16="http://schemas.microsoft.com/office/drawing/2014/main" id="{76D23FE9-D439-CC7A-F3D1-632E63AD6ACC}"/>
                </a:ext>
              </a:extLst>
            </p:cNvPr>
            <p:cNvSpPr/>
            <p:nvPr/>
          </p:nvSpPr>
          <p:spPr>
            <a:xfrm>
              <a:off x="4909320" y="4464000"/>
              <a:ext cx="77760" cy="388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13" h="126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1178;p34">
              <a:extLst>
                <a:ext uri="{FF2B5EF4-FFF2-40B4-BE49-F238E27FC236}">
                  <a16:creationId xmlns:a16="http://schemas.microsoft.com/office/drawing/2014/main" id="{49D6D6AB-E9D3-3534-854E-B39D62027E35}"/>
                </a:ext>
              </a:extLst>
            </p:cNvPr>
            <p:cNvSpPr/>
            <p:nvPr/>
          </p:nvSpPr>
          <p:spPr>
            <a:xfrm>
              <a:off x="4907880" y="4495680"/>
              <a:ext cx="38160" cy="2664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1238" h="863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1179;p34">
              <a:extLst>
                <a:ext uri="{FF2B5EF4-FFF2-40B4-BE49-F238E27FC236}">
                  <a16:creationId xmlns:a16="http://schemas.microsoft.com/office/drawing/2014/main" id="{949865FB-5DC1-3A2B-D906-A3A627099940}"/>
                </a:ext>
              </a:extLst>
            </p:cNvPr>
            <p:cNvSpPr/>
            <p:nvPr/>
          </p:nvSpPr>
          <p:spPr>
            <a:xfrm>
              <a:off x="4609080" y="4324320"/>
              <a:ext cx="100800" cy="6984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69840"/>
                <a:gd name="textAreaBottom" fmla="*/ 70200 h 69840"/>
              </a:gdLst>
              <a:ahLst/>
              <a:cxnLst/>
              <a:rect l="textAreaLeft" t="textAreaTop" r="textAreaRight" b="textAreaBottom"/>
              <a:pathLst>
                <a:path w="3250" h="2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920" bIns="34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1180;p34">
              <a:extLst>
                <a:ext uri="{FF2B5EF4-FFF2-40B4-BE49-F238E27FC236}">
                  <a16:creationId xmlns:a16="http://schemas.microsoft.com/office/drawing/2014/main" id="{4AAAFC49-704F-78EC-9141-90F2314B316E}"/>
                </a:ext>
              </a:extLst>
            </p:cNvPr>
            <p:cNvSpPr/>
            <p:nvPr/>
          </p:nvSpPr>
          <p:spPr>
            <a:xfrm>
              <a:off x="4894560" y="4439160"/>
              <a:ext cx="38520" cy="187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251" h="613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1181;p34">
              <a:extLst>
                <a:ext uri="{FF2B5EF4-FFF2-40B4-BE49-F238E27FC236}">
                  <a16:creationId xmlns:a16="http://schemas.microsoft.com/office/drawing/2014/main" id="{D6463E37-06B6-1971-6BBF-58D2362D024F}"/>
                </a:ext>
              </a:extLst>
            </p:cNvPr>
            <p:cNvSpPr/>
            <p:nvPr/>
          </p:nvSpPr>
          <p:spPr>
            <a:xfrm>
              <a:off x="4894560" y="4431240"/>
              <a:ext cx="42120" cy="2700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7000"/>
                <a:gd name="textAreaBottom" fmla="*/ 27360 h 27000"/>
              </a:gdLst>
              <a:ahLst/>
              <a:cxnLst/>
              <a:rect l="textAreaLeft" t="textAreaTop" r="textAreaRight" b="textAreaBottom"/>
              <a:pathLst>
                <a:path w="1363" h="875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1182;p34">
              <a:extLst>
                <a:ext uri="{FF2B5EF4-FFF2-40B4-BE49-F238E27FC236}">
                  <a16:creationId xmlns:a16="http://schemas.microsoft.com/office/drawing/2014/main" id="{EBDD9C87-130E-F2DD-A957-01F8D7197280}"/>
                </a:ext>
              </a:extLst>
            </p:cNvPr>
            <p:cNvSpPr/>
            <p:nvPr/>
          </p:nvSpPr>
          <p:spPr>
            <a:xfrm>
              <a:off x="5188680" y="4434840"/>
              <a:ext cx="164520" cy="7416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5299" h="2400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08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1183;p34">
              <a:extLst>
                <a:ext uri="{FF2B5EF4-FFF2-40B4-BE49-F238E27FC236}">
                  <a16:creationId xmlns:a16="http://schemas.microsoft.com/office/drawing/2014/main" id="{BA4AA3D3-1865-0B32-B302-BBFD9C8BAACD}"/>
                </a:ext>
              </a:extLst>
            </p:cNvPr>
            <p:cNvSpPr/>
            <p:nvPr/>
          </p:nvSpPr>
          <p:spPr>
            <a:xfrm>
              <a:off x="5268600" y="4388040"/>
              <a:ext cx="76320" cy="81000"/>
            </a:xfrm>
            <a:custGeom>
              <a:avLst/>
              <a:gdLst>
                <a:gd name="textAreaLeft" fmla="*/ 0 w 76320"/>
                <a:gd name="textAreaRight" fmla="*/ 76680 w 76320"/>
                <a:gd name="textAreaTop" fmla="*/ 0 h 81000"/>
                <a:gd name="textAreaBottom" fmla="*/ 81360 h 81000"/>
              </a:gdLst>
              <a:ahLst/>
              <a:cxnLst/>
              <a:rect l="textAreaLeft" t="textAreaTop" r="textAreaRight" b="textAreaBottom"/>
              <a:pathLst>
                <a:path w="2463" h="261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1184;p34">
              <a:extLst>
                <a:ext uri="{FF2B5EF4-FFF2-40B4-BE49-F238E27FC236}">
                  <a16:creationId xmlns:a16="http://schemas.microsoft.com/office/drawing/2014/main" id="{A72D0D4E-D535-CE6F-790F-CAEBA5A36DC4}"/>
                </a:ext>
              </a:extLst>
            </p:cNvPr>
            <p:cNvSpPr/>
            <p:nvPr/>
          </p:nvSpPr>
          <p:spPr>
            <a:xfrm>
              <a:off x="5256360" y="4401720"/>
              <a:ext cx="44280" cy="5760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57600"/>
                <a:gd name="textAreaBottom" fmla="*/ 57960 h 57600"/>
              </a:gdLst>
              <a:ahLst/>
              <a:cxnLst/>
              <a:rect l="textAreaLeft" t="textAreaTop" r="textAreaRight" b="textAreaBottom"/>
              <a:pathLst>
                <a:path w="1438" h="1863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8800" bIns="28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1185;p34">
              <a:extLst>
                <a:ext uri="{FF2B5EF4-FFF2-40B4-BE49-F238E27FC236}">
                  <a16:creationId xmlns:a16="http://schemas.microsoft.com/office/drawing/2014/main" id="{5BF08107-3DA7-4357-E4C5-1AE79B621194}"/>
                </a:ext>
              </a:extLst>
            </p:cNvPr>
            <p:cNvSpPr/>
            <p:nvPr/>
          </p:nvSpPr>
          <p:spPr>
            <a:xfrm>
              <a:off x="5294160" y="4416480"/>
              <a:ext cx="21240" cy="3816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89" h="1238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1186;p34">
              <a:extLst>
                <a:ext uri="{FF2B5EF4-FFF2-40B4-BE49-F238E27FC236}">
                  <a16:creationId xmlns:a16="http://schemas.microsoft.com/office/drawing/2014/main" id="{9F5B578F-B5A3-BB35-DF3D-77FB15028BC0}"/>
                </a:ext>
              </a:extLst>
            </p:cNvPr>
            <p:cNvSpPr/>
            <p:nvPr/>
          </p:nvSpPr>
          <p:spPr>
            <a:xfrm>
              <a:off x="4940640" y="4379040"/>
              <a:ext cx="68400" cy="88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2213" h="2862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1187;p34">
              <a:extLst>
                <a:ext uri="{FF2B5EF4-FFF2-40B4-BE49-F238E27FC236}">
                  <a16:creationId xmlns:a16="http://schemas.microsoft.com/office/drawing/2014/main" id="{96C0A9C2-99C1-B3F3-66CC-808711A64053}"/>
                </a:ext>
              </a:extLst>
            </p:cNvPr>
            <p:cNvSpPr/>
            <p:nvPr/>
          </p:nvSpPr>
          <p:spPr>
            <a:xfrm>
              <a:off x="4443840" y="4347000"/>
              <a:ext cx="138960" cy="129600"/>
            </a:xfrm>
            <a:custGeom>
              <a:avLst/>
              <a:gdLst>
                <a:gd name="textAreaLeft" fmla="*/ 0 w 138960"/>
                <a:gd name="textAreaRight" fmla="*/ 139320 w 138960"/>
                <a:gd name="textAreaTop" fmla="*/ 0 h 129600"/>
                <a:gd name="textAreaBottom" fmla="*/ 129960 h 129600"/>
              </a:gdLst>
              <a:ahLst/>
              <a:cxnLst/>
              <a:rect l="textAreaLeft" t="textAreaTop" r="textAreaRight" b="textAreaBottom"/>
              <a:pathLst>
                <a:path w="4474" h="4175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0" bIns="64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1188;p34">
              <a:extLst>
                <a:ext uri="{FF2B5EF4-FFF2-40B4-BE49-F238E27FC236}">
                  <a16:creationId xmlns:a16="http://schemas.microsoft.com/office/drawing/2014/main" id="{E303911F-D8D9-AFE1-971C-58915AD9D5AD}"/>
                </a:ext>
              </a:extLst>
            </p:cNvPr>
            <p:cNvSpPr/>
            <p:nvPr/>
          </p:nvSpPr>
          <p:spPr>
            <a:xfrm>
              <a:off x="4122360" y="4377960"/>
              <a:ext cx="327960" cy="182160"/>
            </a:xfrm>
            <a:custGeom>
              <a:avLst/>
              <a:gdLst>
                <a:gd name="textAreaLeft" fmla="*/ 0 w 327960"/>
                <a:gd name="textAreaRight" fmla="*/ 328320 w 327960"/>
                <a:gd name="textAreaTop" fmla="*/ 0 h 182160"/>
                <a:gd name="textAreaBottom" fmla="*/ 182520 h 182160"/>
              </a:gdLst>
              <a:ahLst/>
              <a:cxnLst/>
              <a:rect l="textAreaLeft" t="textAreaTop" r="textAreaRight" b="textAreaBottom"/>
              <a:pathLst>
                <a:path w="10548" h="5861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080" bIns="91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9" name="Google Shape;1189;p34">
              <a:extLst>
                <a:ext uri="{FF2B5EF4-FFF2-40B4-BE49-F238E27FC236}">
                  <a16:creationId xmlns:a16="http://schemas.microsoft.com/office/drawing/2014/main" id="{59F97D1B-5B19-D617-812C-297249C4B881}"/>
                </a:ext>
              </a:extLst>
            </p:cNvPr>
            <p:cNvSpPr/>
            <p:nvPr/>
          </p:nvSpPr>
          <p:spPr>
            <a:xfrm>
              <a:off x="4081320" y="4406400"/>
              <a:ext cx="124920" cy="10476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104760"/>
                <a:gd name="textAreaBottom" fmla="*/ 105120 h 104760"/>
              </a:gdLst>
              <a:ahLst/>
              <a:cxnLst/>
              <a:rect l="textAreaLeft" t="textAreaTop" r="textAreaRight" b="textAreaBottom"/>
              <a:pathLst>
                <a:path w="4025" h="337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2560" bIns="52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0" name="Google Shape;1190;p34">
              <a:extLst>
                <a:ext uri="{FF2B5EF4-FFF2-40B4-BE49-F238E27FC236}">
                  <a16:creationId xmlns:a16="http://schemas.microsoft.com/office/drawing/2014/main" id="{72D28C5C-4D5B-F3AB-6644-74904FBE6B54}"/>
                </a:ext>
              </a:extLst>
            </p:cNvPr>
            <p:cNvSpPr/>
            <p:nvPr/>
          </p:nvSpPr>
          <p:spPr>
            <a:xfrm>
              <a:off x="4003920" y="4426920"/>
              <a:ext cx="68400" cy="1656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6560"/>
                <a:gd name="textAreaBottom" fmla="*/ 16920 h 16560"/>
              </a:gdLst>
              <a:ahLst/>
              <a:cxnLst/>
              <a:rect l="textAreaLeft" t="textAreaTop" r="textAreaRight" b="textAreaBottom"/>
              <a:pathLst>
                <a:path w="2213" h="538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" bIns="8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1191;p34">
              <a:extLst>
                <a:ext uri="{FF2B5EF4-FFF2-40B4-BE49-F238E27FC236}">
                  <a16:creationId xmlns:a16="http://schemas.microsoft.com/office/drawing/2014/main" id="{563BCD10-1842-F0D3-7917-0A3D8BC60857}"/>
                </a:ext>
              </a:extLst>
            </p:cNvPr>
            <p:cNvSpPr/>
            <p:nvPr/>
          </p:nvSpPr>
          <p:spPr>
            <a:xfrm>
              <a:off x="4309920" y="4361400"/>
              <a:ext cx="100800" cy="11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119880"/>
                <a:gd name="textAreaBottom" fmla="*/ 120240 h 119880"/>
              </a:gdLst>
              <a:ahLst/>
              <a:cxnLst/>
              <a:rect l="textAreaLeft" t="textAreaTop" r="textAreaRight" b="textAreaBottom"/>
              <a:pathLst>
                <a:path w="3250" h="3863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1192;p34">
              <a:extLst>
                <a:ext uri="{FF2B5EF4-FFF2-40B4-BE49-F238E27FC236}">
                  <a16:creationId xmlns:a16="http://schemas.microsoft.com/office/drawing/2014/main" id="{51803323-2B89-3250-B7D2-6C06D66C036A}"/>
                </a:ext>
              </a:extLst>
            </p:cNvPr>
            <p:cNvSpPr/>
            <p:nvPr/>
          </p:nvSpPr>
          <p:spPr>
            <a:xfrm>
              <a:off x="4400280" y="4308480"/>
              <a:ext cx="28080" cy="137160"/>
            </a:xfrm>
            <a:custGeom>
              <a:avLst/>
              <a:gdLst>
                <a:gd name="textAreaLeft" fmla="*/ 0 w 28080"/>
                <a:gd name="textAreaRight" fmla="*/ 28440 w 28080"/>
                <a:gd name="textAreaTop" fmla="*/ 0 h 137160"/>
                <a:gd name="textAreaBottom" fmla="*/ 137520 h 137160"/>
              </a:gdLst>
              <a:ahLst/>
              <a:cxnLst/>
              <a:rect l="textAreaLeft" t="textAreaTop" r="textAreaRight" b="textAreaBottom"/>
              <a:pathLst>
                <a:path w="913" h="4424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760" bIns="68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3" name="Google Shape;1193;p34">
              <a:extLst>
                <a:ext uri="{FF2B5EF4-FFF2-40B4-BE49-F238E27FC236}">
                  <a16:creationId xmlns:a16="http://schemas.microsoft.com/office/drawing/2014/main" id="{9491BB59-1D0D-FC8F-A1CD-95E359EAA544}"/>
                </a:ext>
              </a:extLst>
            </p:cNvPr>
            <p:cNvSpPr/>
            <p:nvPr/>
          </p:nvSpPr>
          <p:spPr>
            <a:xfrm>
              <a:off x="4400640" y="4294080"/>
              <a:ext cx="14760" cy="1476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760"/>
                <a:gd name="textAreaBottom" fmla="*/ 15120 h 14760"/>
              </a:gdLst>
              <a:ahLst/>
              <a:cxnLst/>
              <a:rect l="textAreaLeft" t="textAreaTop" r="textAreaRight" b="textAreaBottom"/>
              <a:pathLst>
                <a:path w="488" h="489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4" name="Google Shape;1194;p34">
              <a:extLst>
                <a:ext uri="{FF2B5EF4-FFF2-40B4-BE49-F238E27FC236}">
                  <a16:creationId xmlns:a16="http://schemas.microsoft.com/office/drawing/2014/main" id="{E5E969F0-281A-1FDA-5D77-9FE127121C36}"/>
                </a:ext>
              </a:extLst>
            </p:cNvPr>
            <p:cNvSpPr/>
            <p:nvPr/>
          </p:nvSpPr>
          <p:spPr>
            <a:xfrm>
              <a:off x="4393440" y="4291560"/>
              <a:ext cx="27360" cy="20880"/>
            </a:xfrm>
            <a:custGeom>
              <a:avLst/>
              <a:gdLst>
                <a:gd name="textAreaLeft" fmla="*/ 0 w 27360"/>
                <a:gd name="textAreaRight" fmla="*/ 27720 w 2736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888" h="6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5" name="Google Shape;1195;p34">
              <a:extLst>
                <a:ext uri="{FF2B5EF4-FFF2-40B4-BE49-F238E27FC236}">
                  <a16:creationId xmlns:a16="http://schemas.microsoft.com/office/drawing/2014/main" id="{FAC2D0E8-9D41-CDC4-DA57-C896DD31374D}"/>
                </a:ext>
              </a:extLst>
            </p:cNvPr>
            <p:cNvSpPr/>
            <p:nvPr/>
          </p:nvSpPr>
          <p:spPr>
            <a:xfrm>
              <a:off x="4116240" y="4514760"/>
              <a:ext cx="3240" cy="36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14" h="126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6" name="Google Shape;1196;p34">
              <a:extLst>
                <a:ext uri="{FF2B5EF4-FFF2-40B4-BE49-F238E27FC236}">
                  <a16:creationId xmlns:a16="http://schemas.microsoft.com/office/drawing/2014/main" id="{9B18426D-6A8E-0772-B9D7-313C3E71C114}"/>
                </a:ext>
              </a:extLst>
            </p:cNvPr>
            <p:cNvSpPr/>
            <p:nvPr/>
          </p:nvSpPr>
          <p:spPr>
            <a:xfrm>
              <a:off x="3954960" y="4442400"/>
              <a:ext cx="52200" cy="2160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688" h="700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7" name="Google Shape;1197;p34">
              <a:extLst>
                <a:ext uri="{FF2B5EF4-FFF2-40B4-BE49-F238E27FC236}">
                  <a16:creationId xmlns:a16="http://schemas.microsoft.com/office/drawing/2014/main" id="{F2093764-BA90-7B77-1765-47FB5044234D}"/>
                </a:ext>
              </a:extLst>
            </p:cNvPr>
            <p:cNvSpPr/>
            <p:nvPr/>
          </p:nvSpPr>
          <p:spPr>
            <a:xfrm>
              <a:off x="3954600" y="4437000"/>
              <a:ext cx="52200" cy="24120"/>
            </a:xfrm>
            <a:custGeom>
              <a:avLst/>
              <a:gdLst>
                <a:gd name="textAreaLeft" fmla="*/ 0 w 52200"/>
                <a:gd name="textAreaRight" fmla="*/ 52560 w 5220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1688" h="7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1198;p34">
              <a:extLst>
                <a:ext uri="{FF2B5EF4-FFF2-40B4-BE49-F238E27FC236}">
                  <a16:creationId xmlns:a16="http://schemas.microsoft.com/office/drawing/2014/main" id="{5A2A5C7B-FD91-A22F-AB64-849A8BBDD1A3}"/>
                </a:ext>
              </a:extLst>
            </p:cNvPr>
            <p:cNvSpPr/>
            <p:nvPr/>
          </p:nvSpPr>
          <p:spPr>
            <a:xfrm>
              <a:off x="4040640" y="4394160"/>
              <a:ext cx="41400" cy="3708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1338" h="1201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1199;p34">
              <a:extLst>
                <a:ext uri="{FF2B5EF4-FFF2-40B4-BE49-F238E27FC236}">
                  <a16:creationId xmlns:a16="http://schemas.microsoft.com/office/drawing/2014/main" id="{DD5385C2-EB25-FB2F-7B2F-B620C994779E}"/>
                </a:ext>
              </a:extLst>
            </p:cNvPr>
            <p:cNvSpPr/>
            <p:nvPr/>
          </p:nvSpPr>
          <p:spPr>
            <a:xfrm>
              <a:off x="4040280" y="4394520"/>
              <a:ext cx="41400" cy="36000"/>
            </a:xfrm>
            <a:custGeom>
              <a:avLst/>
              <a:gdLst>
                <a:gd name="textAreaLeft" fmla="*/ 0 w 41400"/>
                <a:gd name="textAreaRight" fmla="*/ 41760 w 4140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1338" h="1164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1200;p34">
              <a:extLst>
                <a:ext uri="{FF2B5EF4-FFF2-40B4-BE49-F238E27FC236}">
                  <a16:creationId xmlns:a16="http://schemas.microsoft.com/office/drawing/2014/main" id="{3ABA5595-7B22-C51F-561B-49E45FEA5083}"/>
                </a:ext>
              </a:extLst>
            </p:cNvPr>
            <p:cNvSpPr/>
            <p:nvPr/>
          </p:nvSpPr>
          <p:spPr>
            <a:xfrm>
              <a:off x="4417920" y="4313880"/>
              <a:ext cx="47520" cy="10728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07280"/>
                <a:gd name="textAreaBottom" fmla="*/ 107640 h 107280"/>
              </a:gdLst>
              <a:ahLst/>
              <a:cxnLst/>
              <a:rect l="textAreaLeft" t="textAreaTop" r="textAreaRight" b="textAreaBottom"/>
              <a:pathLst>
                <a:path w="1538" h="3462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3640" bIns="53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1201;p34">
              <a:extLst>
                <a:ext uri="{FF2B5EF4-FFF2-40B4-BE49-F238E27FC236}">
                  <a16:creationId xmlns:a16="http://schemas.microsoft.com/office/drawing/2014/main" id="{0BF3C865-ACDF-CBFA-0AB6-81DCF621E6D7}"/>
                </a:ext>
              </a:extLst>
            </p:cNvPr>
            <p:cNvSpPr/>
            <p:nvPr/>
          </p:nvSpPr>
          <p:spPr>
            <a:xfrm>
              <a:off x="4455720" y="4296240"/>
              <a:ext cx="22320" cy="20160"/>
            </a:xfrm>
            <a:custGeom>
              <a:avLst/>
              <a:gdLst>
                <a:gd name="textAreaLeft" fmla="*/ 0 w 22320"/>
                <a:gd name="textAreaRight" fmla="*/ 22680 w 22320"/>
                <a:gd name="textAreaTop" fmla="*/ 0 h 20160"/>
                <a:gd name="textAreaBottom" fmla="*/ 20520 h 20160"/>
              </a:gdLst>
              <a:ahLst/>
              <a:cxnLst/>
              <a:rect l="textAreaLeft" t="textAreaTop" r="textAreaRight" b="textAreaBottom"/>
              <a:pathLst>
                <a:path w="726" h="663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080" bIns="10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1202;p34">
              <a:extLst>
                <a:ext uri="{FF2B5EF4-FFF2-40B4-BE49-F238E27FC236}">
                  <a16:creationId xmlns:a16="http://schemas.microsoft.com/office/drawing/2014/main" id="{C32294F0-2AB9-AF76-34B3-F982D245EE5F}"/>
                </a:ext>
              </a:extLst>
            </p:cNvPr>
            <p:cNvSpPr/>
            <p:nvPr/>
          </p:nvSpPr>
          <p:spPr>
            <a:xfrm>
              <a:off x="4370760" y="4333680"/>
              <a:ext cx="37800" cy="1018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1226" h="3288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1203;p34">
              <a:extLst>
                <a:ext uri="{FF2B5EF4-FFF2-40B4-BE49-F238E27FC236}">
                  <a16:creationId xmlns:a16="http://schemas.microsoft.com/office/drawing/2014/main" id="{45F18A47-2062-2BAC-FC27-ADCFB72E62A9}"/>
                </a:ext>
              </a:extLst>
            </p:cNvPr>
            <p:cNvSpPr/>
            <p:nvPr/>
          </p:nvSpPr>
          <p:spPr>
            <a:xfrm>
              <a:off x="4359600" y="4322160"/>
              <a:ext cx="15480" cy="18360"/>
            </a:xfrm>
            <a:custGeom>
              <a:avLst/>
              <a:gdLst>
                <a:gd name="textAreaLeft" fmla="*/ 0 w 15480"/>
                <a:gd name="textAreaRight" fmla="*/ 15840 w 15480"/>
                <a:gd name="textAreaTop" fmla="*/ 0 h 18360"/>
                <a:gd name="textAreaBottom" fmla="*/ 18720 h 18360"/>
              </a:gdLst>
              <a:ahLst/>
              <a:cxnLst/>
              <a:rect l="textAreaLeft" t="textAreaTop" r="textAreaRight" b="textAreaBottom"/>
              <a:pathLst>
                <a:path w="513" h="601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1204;p34">
              <a:extLst>
                <a:ext uri="{FF2B5EF4-FFF2-40B4-BE49-F238E27FC236}">
                  <a16:creationId xmlns:a16="http://schemas.microsoft.com/office/drawing/2014/main" id="{20A8082C-0123-4068-441B-30D6481C0B49}"/>
                </a:ext>
              </a:extLst>
            </p:cNvPr>
            <p:cNvSpPr/>
            <p:nvPr/>
          </p:nvSpPr>
          <p:spPr>
            <a:xfrm>
              <a:off x="3859560" y="4464720"/>
              <a:ext cx="295560" cy="74880"/>
            </a:xfrm>
            <a:custGeom>
              <a:avLst/>
              <a:gdLst>
                <a:gd name="textAreaLeft" fmla="*/ 0 w 295560"/>
                <a:gd name="textAreaRight" fmla="*/ 295920 w 295560"/>
                <a:gd name="textAreaTop" fmla="*/ 0 h 74880"/>
                <a:gd name="textAreaBottom" fmla="*/ 75240 h 74880"/>
              </a:gdLst>
              <a:ahLst/>
              <a:cxnLst/>
              <a:rect l="textAreaLeft" t="textAreaTop" r="textAreaRight" b="textAreaBottom"/>
              <a:pathLst>
                <a:path w="9511" h="2413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440" bIns="37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1205;p34">
              <a:extLst>
                <a:ext uri="{FF2B5EF4-FFF2-40B4-BE49-F238E27FC236}">
                  <a16:creationId xmlns:a16="http://schemas.microsoft.com/office/drawing/2014/main" id="{19581D86-2D61-253E-B6BF-A3FF7F62C008}"/>
                </a:ext>
              </a:extLst>
            </p:cNvPr>
            <p:cNvSpPr/>
            <p:nvPr/>
          </p:nvSpPr>
          <p:spPr>
            <a:xfrm>
              <a:off x="4463640" y="4410000"/>
              <a:ext cx="38880" cy="612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61200"/>
                <a:gd name="textAreaBottom" fmla="*/ 61560 h 61200"/>
              </a:gdLst>
              <a:ahLst/>
              <a:cxnLst/>
              <a:rect l="textAreaLeft" t="textAreaTop" r="textAreaRight" b="textAreaBottom"/>
              <a:pathLst>
                <a:path w="1263" h="1976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600" bIns="30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1206;p34">
              <a:extLst>
                <a:ext uri="{FF2B5EF4-FFF2-40B4-BE49-F238E27FC236}">
                  <a16:creationId xmlns:a16="http://schemas.microsoft.com/office/drawing/2014/main" id="{58B75F88-0CAA-67FC-6DD4-FBB295EB567B}"/>
                </a:ext>
              </a:extLst>
            </p:cNvPr>
            <p:cNvSpPr/>
            <p:nvPr/>
          </p:nvSpPr>
          <p:spPr>
            <a:xfrm>
              <a:off x="4158000" y="4464000"/>
              <a:ext cx="77760" cy="3888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2512" h="1263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1207;p34">
              <a:extLst>
                <a:ext uri="{FF2B5EF4-FFF2-40B4-BE49-F238E27FC236}">
                  <a16:creationId xmlns:a16="http://schemas.microsoft.com/office/drawing/2014/main" id="{E66742FA-9C45-4FE3-7460-308907A0FEC9}"/>
                </a:ext>
              </a:extLst>
            </p:cNvPr>
            <p:cNvSpPr/>
            <p:nvPr/>
          </p:nvSpPr>
          <p:spPr>
            <a:xfrm>
              <a:off x="4199040" y="4495680"/>
              <a:ext cx="37800" cy="2664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1226" h="863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1208;p34">
              <a:extLst>
                <a:ext uri="{FF2B5EF4-FFF2-40B4-BE49-F238E27FC236}">
                  <a16:creationId xmlns:a16="http://schemas.microsoft.com/office/drawing/2014/main" id="{2E3B52D3-B4BB-4DD6-9284-2356076EFB67}"/>
                </a:ext>
              </a:extLst>
            </p:cNvPr>
            <p:cNvSpPr/>
            <p:nvPr/>
          </p:nvSpPr>
          <p:spPr>
            <a:xfrm>
              <a:off x="4435200" y="4324320"/>
              <a:ext cx="100800" cy="702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3250" h="2263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1209;p34">
              <a:extLst>
                <a:ext uri="{FF2B5EF4-FFF2-40B4-BE49-F238E27FC236}">
                  <a16:creationId xmlns:a16="http://schemas.microsoft.com/office/drawing/2014/main" id="{B650A770-979A-A42A-C550-F86E4DF0F939}"/>
                </a:ext>
              </a:extLst>
            </p:cNvPr>
            <p:cNvSpPr/>
            <p:nvPr/>
          </p:nvSpPr>
          <p:spPr>
            <a:xfrm>
              <a:off x="4212000" y="4439160"/>
              <a:ext cx="38520" cy="1872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1250" h="613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1210;p34">
              <a:extLst>
                <a:ext uri="{FF2B5EF4-FFF2-40B4-BE49-F238E27FC236}">
                  <a16:creationId xmlns:a16="http://schemas.microsoft.com/office/drawing/2014/main" id="{B3AAED4B-694F-725D-F78A-1B81C474D21B}"/>
                </a:ext>
              </a:extLst>
            </p:cNvPr>
            <p:cNvSpPr/>
            <p:nvPr/>
          </p:nvSpPr>
          <p:spPr>
            <a:xfrm>
              <a:off x="4208400" y="4431240"/>
              <a:ext cx="42120" cy="2736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1363" h="888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1211;p34">
              <a:extLst>
                <a:ext uri="{FF2B5EF4-FFF2-40B4-BE49-F238E27FC236}">
                  <a16:creationId xmlns:a16="http://schemas.microsoft.com/office/drawing/2014/main" id="{878789E1-67F9-F5D4-DB4E-748E90CEA880}"/>
                </a:ext>
              </a:extLst>
            </p:cNvPr>
            <p:cNvSpPr/>
            <p:nvPr/>
          </p:nvSpPr>
          <p:spPr>
            <a:xfrm>
              <a:off x="3791880" y="4434840"/>
              <a:ext cx="164520" cy="74160"/>
            </a:xfrm>
            <a:custGeom>
              <a:avLst/>
              <a:gdLst>
                <a:gd name="textAreaLeft" fmla="*/ 0 w 164520"/>
                <a:gd name="textAreaRight" fmla="*/ 164880 w 164520"/>
                <a:gd name="textAreaTop" fmla="*/ 0 h 74160"/>
                <a:gd name="textAreaBottom" fmla="*/ 74520 h 74160"/>
              </a:gdLst>
              <a:ahLst/>
              <a:cxnLst/>
              <a:rect l="textAreaLeft" t="textAreaTop" r="textAreaRight" b="textAreaBottom"/>
              <a:pathLst>
                <a:path w="5300" h="24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7080" bIns="37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1212;p34">
              <a:extLst>
                <a:ext uri="{FF2B5EF4-FFF2-40B4-BE49-F238E27FC236}">
                  <a16:creationId xmlns:a16="http://schemas.microsoft.com/office/drawing/2014/main" id="{AE92A9E4-02B5-3E0A-65CC-BD3EFDF09AD5}"/>
                </a:ext>
              </a:extLst>
            </p:cNvPr>
            <p:cNvSpPr/>
            <p:nvPr/>
          </p:nvSpPr>
          <p:spPr>
            <a:xfrm>
              <a:off x="3800880" y="4388760"/>
              <a:ext cx="75600" cy="80640"/>
            </a:xfrm>
            <a:custGeom>
              <a:avLst/>
              <a:gdLst>
                <a:gd name="textAreaLeft" fmla="*/ 0 w 75600"/>
                <a:gd name="textAreaRight" fmla="*/ 75960 w 75600"/>
                <a:gd name="textAreaTop" fmla="*/ 0 h 80640"/>
                <a:gd name="textAreaBottom" fmla="*/ 81000 h 80640"/>
              </a:gdLst>
              <a:ahLst/>
              <a:cxnLst/>
              <a:rect l="textAreaLeft" t="textAreaTop" r="textAreaRight" b="textAreaBottom"/>
              <a:pathLst>
                <a:path w="2437" h="2600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1213;p34">
              <a:extLst>
                <a:ext uri="{FF2B5EF4-FFF2-40B4-BE49-F238E27FC236}">
                  <a16:creationId xmlns:a16="http://schemas.microsoft.com/office/drawing/2014/main" id="{E5F9A3F2-AA6B-591B-8A13-8D8B87FBA026}"/>
                </a:ext>
              </a:extLst>
            </p:cNvPr>
            <p:cNvSpPr/>
            <p:nvPr/>
          </p:nvSpPr>
          <p:spPr>
            <a:xfrm>
              <a:off x="3844440" y="4401360"/>
              <a:ext cx="44280" cy="57960"/>
            </a:xfrm>
            <a:custGeom>
              <a:avLst/>
              <a:gdLst>
                <a:gd name="textAreaLeft" fmla="*/ 0 w 44280"/>
                <a:gd name="textAreaRight" fmla="*/ 44640 w 44280"/>
                <a:gd name="textAreaTop" fmla="*/ 0 h 57960"/>
                <a:gd name="textAreaBottom" fmla="*/ 58320 h 57960"/>
              </a:gdLst>
              <a:ahLst/>
              <a:cxnLst/>
              <a:rect l="textAreaLeft" t="textAreaTop" r="textAreaRight" b="textAreaBottom"/>
              <a:pathLst>
                <a:path w="1438" h="1876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9160" bIns="29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1214;p34">
              <a:extLst>
                <a:ext uri="{FF2B5EF4-FFF2-40B4-BE49-F238E27FC236}">
                  <a16:creationId xmlns:a16="http://schemas.microsoft.com/office/drawing/2014/main" id="{A9477FD2-B400-010E-37D4-1466F9B2DCCB}"/>
                </a:ext>
              </a:extLst>
            </p:cNvPr>
            <p:cNvSpPr/>
            <p:nvPr/>
          </p:nvSpPr>
          <p:spPr>
            <a:xfrm>
              <a:off x="3830040" y="4416480"/>
              <a:ext cx="20880" cy="381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88" h="123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1215;p34">
              <a:extLst>
                <a:ext uri="{FF2B5EF4-FFF2-40B4-BE49-F238E27FC236}">
                  <a16:creationId xmlns:a16="http://schemas.microsoft.com/office/drawing/2014/main" id="{AC5AF93B-5362-C147-45BF-62269BDC4164}"/>
                </a:ext>
              </a:extLst>
            </p:cNvPr>
            <p:cNvSpPr/>
            <p:nvPr/>
          </p:nvSpPr>
          <p:spPr>
            <a:xfrm>
              <a:off x="4136760" y="4379040"/>
              <a:ext cx="68040" cy="88560"/>
            </a:xfrm>
            <a:custGeom>
              <a:avLst/>
              <a:gdLst>
                <a:gd name="textAreaLeft" fmla="*/ 0 w 68040"/>
                <a:gd name="textAreaRight" fmla="*/ 68400 w 68040"/>
                <a:gd name="textAreaTop" fmla="*/ 0 h 88560"/>
                <a:gd name="textAreaBottom" fmla="*/ 88920 h 88560"/>
              </a:gdLst>
              <a:ahLst/>
              <a:cxnLst/>
              <a:rect l="textAreaLeft" t="textAreaTop" r="textAreaRight" b="textAreaBottom"/>
              <a:pathLst>
                <a:path w="2201" h="2862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4280" bIns="44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1216;p34">
              <a:extLst>
                <a:ext uri="{FF2B5EF4-FFF2-40B4-BE49-F238E27FC236}">
                  <a16:creationId xmlns:a16="http://schemas.microsoft.com/office/drawing/2014/main" id="{79E3649E-828E-E793-5D41-0E892F62634F}"/>
                </a:ext>
              </a:extLst>
            </p:cNvPr>
            <p:cNvSpPr/>
            <p:nvPr/>
          </p:nvSpPr>
          <p:spPr>
            <a:xfrm>
              <a:off x="4578120" y="4352760"/>
              <a:ext cx="24480" cy="1872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8720"/>
                <a:gd name="textAreaBottom" fmla="*/ 19080 h 18720"/>
              </a:gdLst>
              <a:ahLst/>
              <a:cxnLst/>
              <a:rect l="textAreaLeft" t="textAreaTop" r="textAreaRight" b="textAreaBottom"/>
              <a:pathLst>
                <a:path w="801" h="614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1217;p34">
              <a:extLst>
                <a:ext uri="{FF2B5EF4-FFF2-40B4-BE49-F238E27FC236}">
                  <a16:creationId xmlns:a16="http://schemas.microsoft.com/office/drawing/2014/main" id="{944EB4EC-CF1B-DCC8-F689-22389267A0FE}"/>
                </a:ext>
              </a:extLst>
            </p:cNvPr>
            <p:cNvSpPr/>
            <p:nvPr/>
          </p:nvSpPr>
          <p:spPr>
            <a:xfrm>
              <a:off x="4582440" y="4348440"/>
              <a:ext cx="20520" cy="7200"/>
            </a:xfrm>
            <a:custGeom>
              <a:avLst/>
              <a:gdLst>
                <a:gd name="textAreaLeft" fmla="*/ 0 w 20520"/>
                <a:gd name="textAreaRight" fmla="*/ 20880 w 20520"/>
                <a:gd name="textAreaTop" fmla="*/ 0 h 7200"/>
                <a:gd name="textAreaBottom" fmla="*/ 7560 h 7200"/>
              </a:gdLst>
              <a:ahLst/>
              <a:cxnLst/>
              <a:rect l="textAreaLeft" t="textAreaTop" r="textAreaRight" b="textAreaBottom"/>
              <a:pathLst>
                <a:path w="676" h="238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0" bIns="3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1218;p34">
              <a:extLst>
                <a:ext uri="{FF2B5EF4-FFF2-40B4-BE49-F238E27FC236}">
                  <a16:creationId xmlns:a16="http://schemas.microsoft.com/office/drawing/2014/main" id="{D17FEF88-928F-7818-6A98-E7A3C0A38E8F}"/>
                </a:ext>
              </a:extLst>
            </p:cNvPr>
            <p:cNvSpPr/>
            <p:nvPr/>
          </p:nvSpPr>
          <p:spPr>
            <a:xfrm>
              <a:off x="4568400" y="4368240"/>
              <a:ext cx="11160" cy="9360"/>
            </a:xfrm>
            <a:custGeom>
              <a:avLst/>
              <a:gdLst>
                <a:gd name="textAreaLeft" fmla="*/ 0 w 11160"/>
                <a:gd name="textAreaRight" fmla="*/ 11520 w 11160"/>
                <a:gd name="textAreaTop" fmla="*/ 0 h 9360"/>
                <a:gd name="textAreaBottom" fmla="*/ 9720 h 9360"/>
              </a:gdLst>
              <a:ahLst/>
              <a:cxnLst/>
              <a:rect l="textAreaLeft" t="textAreaTop" r="textAreaRight" b="textAreaBottom"/>
              <a:pathLst>
                <a:path w="375" h="314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1219;p34">
              <a:extLst>
                <a:ext uri="{FF2B5EF4-FFF2-40B4-BE49-F238E27FC236}">
                  <a16:creationId xmlns:a16="http://schemas.microsoft.com/office/drawing/2014/main" id="{BDB7ED3D-A19C-D9CE-8238-3A6670EBC192}"/>
                </a:ext>
              </a:extLst>
            </p:cNvPr>
            <p:cNvSpPr/>
            <p:nvPr/>
          </p:nvSpPr>
          <p:spPr>
            <a:xfrm>
              <a:off x="4545720" y="4351680"/>
              <a:ext cx="24480" cy="19080"/>
            </a:xfrm>
            <a:custGeom>
              <a:avLst/>
              <a:gdLst>
                <a:gd name="textAreaLeft" fmla="*/ 0 w 24480"/>
                <a:gd name="textAreaRight" fmla="*/ 24840 w 2448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801" h="626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1220;p34">
              <a:extLst>
                <a:ext uri="{FF2B5EF4-FFF2-40B4-BE49-F238E27FC236}">
                  <a16:creationId xmlns:a16="http://schemas.microsoft.com/office/drawing/2014/main" id="{BF18132F-0C9F-9631-B19A-64CB904256DB}"/>
                </a:ext>
              </a:extLst>
            </p:cNvPr>
            <p:cNvSpPr/>
            <p:nvPr/>
          </p:nvSpPr>
          <p:spPr>
            <a:xfrm>
              <a:off x="4546080" y="4346280"/>
              <a:ext cx="29880" cy="12600"/>
            </a:xfrm>
            <a:custGeom>
              <a:avLst/>
              <a:gdLst>
                <a:gd name="textAreaLeft" fmla="*/ 0 w 29880"/>
                <a:gd name="textAreaRight" fmla="*/ 30240 w 29880"/>
                <a:gd name="textAreaTop" fmla="*/ 0 h 12600"/>
                <a:gd name="textAreaBottom" fmla="*/ 12960 h 12600"/>
              </a:gdLst>
              <a:ahLst/>
              <a:cxnLst/>
              <a:rect l="textAreaLeft" t="textAreaTop" r="textAreaRight" b="textAreaBottom"/>
              <a:pathLst>
                <a:path w="976" h="413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1221;p34">
              <a:extLst>
                <a:ext uri="{FF2B5EF4-FFF2-40B4-BE49-F238E27FC236}">
                  <a16:creationId xmlns:a16="http://schemas.microsoft.com/office/drawing/2014/main" id="{CC808996-128A-4604-29F9-44D1EF04EF24}"/>
                </a:ext>
              </a:extLst>
            </p:cNvPr>
            <p:cNvSpPr/>
            <p:nvPr/>
          </p:nvSpPr>
          <p:spPr>
            <a:xfrm>
              <a:off x="4572360" y="4348800"/>
              <a:ext cx="16920" cy="972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9720"/>
                <a:gd name="textAreaBottom" fmla="*/ 10080 h 9720"/>
              </a:gdLst>
              <a:ahLst/>
              <a:cxnLst/>
              <a:rect l="textAreaLeft" t="textAreaTop" r="textAreaRight" b="textAreaBottom"/>
              <a:pathLst>
                <a:path w="550" h="326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1222;p34">
              <a:extLst>
                <a:ext uri="{FF2B5EF4-FFF2-40B4-BE49-F238E27FC236}">
                  <a16:creationId xmlns:a16="http://schemas.microsoft.com/office/drawing/2014/main" id="{A83194CA-A88E-1B36-724F-2F3D34308E46}"/>
                </a:ext>
              </a:extLst>
            </p:cNvPr>
            <p:cNvSpPr/>
            <p:nvPr/>
          </p:nvSpPr>
          <p:spPr>
            <a:xfrm>
              <a:off x="4565160" y="4331520"/>
              <a:ext cx="17640" cy="15120"/>
            </a:xfrm>
            <a:custGeom>
              <a:avLst/>
              <a:gdLst>
                <a:gd name="textAreaLeft" fmla="*/ 0 w 17640"/>
                <a:gd name="textAreaRight" fmla="*/ 18000 w 17640"/>
                <a:gd name="textAreaTop" fmla="*/ 0 h 15120"/>
                <a:gd name="textAreaBottom" fmla="*/ 15480 h 15120"/>
              </a:gdLst>
              <a:ahLst/>
              <a:cxnLst/>
              <a:rect l="textAreaLeft" t="textAreaTop" r="textAreaRight" b="textAreaBottom"/>
              <a:pathLst>
                <a:path w="575" h="501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60" bIns="7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1223;p34">
              <a:extLst>
                <a:ext uri="{FF2B5EF4-FFF2-40B4-BE49-F238E27FC236}">
                  <a16:creationId xmlns:a16="http://schemas.microsoft.com/office/drawing/2014/main" id="{304B21C4-070C-DE32-87A3-623909FCE6D8}"/>
                </a:ext>
              </a:extLst>
            </p:cNvPr>
            <p:cNvSpPr/>
            <p:nvPr/>
          </p:nvSpPr>
          <p:spPr>
            <a:xfrm>
              <a:off x="8292960" y="2433600"/>
              <a:ext cx="129960" cy="13860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38600"/>
                <a:gd name="textAreaBottom" fmla="*/ 138960 h 138600"/>
              </a:gdLst>
              <a:ahLst/>
              <a:cxnLst/>
              <a:rect l="textAreaLeft" t="textAreaTop" r="textAreaRight" b="textAreaBottom"/>
              <a:pathLst>
                <a:path w="4187" h="4462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480" bIns="69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1224;p34">
              <a:extLst>
                <a:ext uri="{FF2B5EF4-FFF2-40B4-BE49-F238E27FC236}">
                  <a16:creationId xmlns:a16="http://schemas.microsoft.com/office/drawing/2014/main" id="{1EDBC71D-9FBA-EFB4-6EF2-8082ECD24614}"/>
                </a:ext>
              </a:extLst>
            </p:cNvPr>
            <p:cNvSpPr/>
            <p:nvPr/>
          </p:nvSpPr>
          <p:spPr>
            <a:xfrm>
              <a:off x="8324640" y="2111760"/>
              <a:ext cx="182520" cy="32760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5874" h="10536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1225;p34">
              <a:extLst>
                <a:ext uri="{FF2B5EF4-FFF2-40B4-BE49-F238E27FC236}">
                  <a16:creationId xmlns:a16="http://schemas.microsoft.com/office/drawing/2014/main" id="{90939169-699D-B7EC-2C20-D8D3D6BDE74A}"/>
                </a:ext>
              </a:extLst>
            </p:cNvPr>
            <p:cNvSpPr/>
            <p:nvPr/>
          </p:nvSpPr>
          <p:spPr>
            <a:xfrm>
              <a:off x="8352360" y="2070720"/>
              <a:ext cx="105480" cy="12456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3400" h="4012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1226;p34">
              <a:extLst>
                <a:ext uri="{FF2B5EF4-FFF2-40B4-BE49-F238E27FC236}">
                  <a16:creationId xmlns:a16="http://schemas.microsoft.com/office/drawing/2014/main" id="{436626AE-EAD3-68D4-D65E-B403E252BA21}"/>
                </a:ext>
              </a:extLst>
            </p:cNvPr>
            <p:cNvSpPr/>
            <p:nvPr/>
          </p:nvSpPr>
          <p:spPr>
            <a:xfrm>
              <a:off x="8373240" y="1993320"/>
              <a:ext cx="16560" cy="6840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538" h="2213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1227;p34">
              <a:extLst>
                <a:ext uri="{FF2B5EF4-FFF2-40B4-BE49-F238E27FC236}">
                  <a16:creationId xmlns:a16="http://schemas.microsoft.com/office/drawing/2014/main" id="{CC4C2D43-CB91-4B40-1E50-18DA1B75ED61}"/>
                </a:ext>
              </a:extLst>
            </p:cNvPr>
            <p:cNvSpPr/>
            <p:nvPr/>
          </p:nvSpPr>
          <p:spPr>
            <a:xfrm>
              <a:off x="8307360" y="2299320"/>
              <a:ext cx="120240" cy="10188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3875" h="3287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1228;p34">
              <a:extLst>
                <a:ext uri="{FF2B5EF4-FFF2-40B4-BE49-F238E27FC236}">
                  <a16:creationId xmlns:a16="http://schemas.microsoft.com/office/drawing/2014/main" id="{EF6139AD-EF1F-14F1-D10E-125B39996497}"/>
                </a:ext>
              </a:extLst>
            </p:cNvPr>
            <p:cNvSpPr/>
            <p:nvPr/>
          </p:nvSpPr>
          <p:spPr>
            <a:xfrm>
              <a:off x="8254800" y="2390040"/>
              <a:ext cx="137520" cy="2808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4425" h="914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1229;p34">
              <a:extLst>
                <a:ext uri="{FF2B5EF4-FFF2-40B4-BE49-F238E27FC236}">
                  <a16:creationId xmlns:a16="http://schemas.microsoft.com/office/drawing/2014/main" id="{AD176617-B5D2-F14C-6892-7091F90B9910}"/>
                </a:ext>
              </a:extLst>
            </p:cNvPr>
            <p:cNvSpPr/>
            <p:nvPr/>
          </p:nvSpPr>
          <p:spPr>
            <a:xfrm>
              <a:off x="8240760" y="2390400"/>
              <a:ext cx="14760" cy="1440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88" h="476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1230;p34">
              <a:extLst>
                <a:ext uri="{FF2B5EF4-FFF2-40B4-BE49-F238E27FC236}">
                  <a16:creationId xmlns:a16="http://schemas.microsoft.com/office/drawing/2014/main" id="{6FFA9728-95B5-1B31-C731-2EFDFF6AC9A3}"/>
                </a:ext>
              </a:extLst>
            </p:cNvPr>
            <p:cNvSpPr/>
            <p:nvPr/>
          </p:nvSpPr>
          <p:spPr>
            <a:xfrm>
              <a:off x="8237880" y="2387160"/>
              <a:ext cx="19800" cy="2268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2680"/>
                <a:gd name="textAreaBottom" fmla="*/ 23040 h 22680"/>
              </a:gdLst>
              <a:ahLst/>
              <a:cxnLst/>
              <a:rect l="textAreaLeft" t="textAreaTop" r="textAreaRight" b="textAreaBottom"/>
              <a:pathLst>
                <a:path w="651" h="738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1231;p34">
              <a:extLst>
                <a:ext uri="{FF2B5EF4-FFF2-40B4-BE49-F238E27FC236}">
                  <a16:creationId xmlns:a16="http://schemas.microsoft.com/office/drawing/2014/main" id="{FFABE2A8-F3C7-C574-30EA-981E67725684}"/>
                </a:ext>
              </a:extLst>
            </p:cNvPr>
            <p:cNvSpPr/>
            <p:nvPr/>
          </p:nvSpPr>
          <p:spPr>
            <a:xfrm>
              <a:off x="8460720" y="2105280"/>
              <a:ext cx="3960" cy="324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38" h="113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1232;p34">
              <a:extLst>
                <a:ext uri="{FF2B5EF4-FFF2-40B4-BE49-F238E27FC236}">
                  <a16:creationId xmlns:a16="http://schemas.microsoft.com/office/drawing/2014/main" id="{280D7CAB-F61A-377F-22FE-A3A893BA4835}"/>
                </a:ext>
              </a:extLst>
            </p:cNvPr>
            <p:cNvSpPr/>
            <p:nvPr/>
          </p:nvSpPr>
          <p:spPr>
            <a:xfrm>
              <a:off x="8388360" y="1944360"/>
              <a:ext cx="21960" cy="52200"/>
            </a:xfrm>
            <a:custGeom>
              <a:avLst/>
              <a:gdLst>
                <a:gd name="textAreaLeft" fmla="*/ 0 w 21960"/>
                <a:gd name="textAreaRight" fmla="*/ 22320 w 2196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14" h="1688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1233;p34">
              <a:extLst>
                <a:ext uri="{FF2B5EF4-FFF2-40B4-BE49-F238E27FC236}">
                  <a16:creationId xmlns:a16="http://schemas.microsoft.com/office/drawing/2014/main" id="{17413169-7A41-AF0D-A0D5-E7EA4C565AD4}"/>
                </a:ext>
              </a:extLst>
            </p:cNvPr>
            <p:cNvSpPr/>
            <p:nvPr/>
          </p:nvSpPr>
          <p:spPr>
            <a:xfrm>
              <a:off x="8382960" y="1944000"/>
              <a:ext cx="24120" cy="522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89" h="1688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1234;p34">
              <a:extLst>
                <a:ext uri="{FF2B5EF4-FFF2-40B4-BE49-F238E27FC236}">
                  <a16:creationId xmlns:a16="http://schemas.microsoft.com/office/drawing/2014/main" id="{502254F8-0C4F-61B1-97C5-88628D9B17A8}"/>
                </a:ext>
              </a:extLst>
            </p:cNvPr>
            <p:cNvSpPr/>
            <p:nvPr/>
          </p:nvSpPr>
          <p:spPr>
            <a:xfrm>
              <a:off x="8340480" y="2030040"/>
              <a:ext cx="37080" cy="41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01" h="1326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1235;p34">
              <a:extLst>
                <a:ext uri="{FF2B5EF4-FFF2-40B4-BE49-F238E27FC236}">
                  <a16:creationId xmlns:a16="http://schemas.microsoft.com/office/drawing/2014/main" id="{8EEB9C19-C403-69C1-196D-3F1777C61137}"/>
                </a:ext>
              </a:extLst>
            </p:cNvPr>
            <p:cNvSpPr/>
            <p:nvPr/>
          </p:nvSpPr>
          <p:spPr>
            <a:xfrm>
              <a:off x="8340480" y="2029680"/>
              <a:ext cx="36360" cy="4140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176" h="1339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1236;p34">
              <a:extLst>
                <a:ext uri="{FF2B5EF4-FFF2-40B4-BE49-F238E27FC236}">
                  <a16:creationId xmlns:a16="http://schemas.microsoft.com/office/drawing/2014/main" id="{7742ABE9-316F-CE62-7309-97B9FB85B190}"/>
                </a:ext>
              </a:extLst>
            </p:cNvPr>
            <p:cNvSpPr/>
            <p:nvPr/>
          </p:nvSpPr>
          <p:spPr>
            <a:xfrm>
              <a:off x="8260560" y="2406600"/>
              <a:ext cx="107280" cy="4788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3463" h="1550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7" name="Google Shape;1237;p34">
              <a:extLst>
                <a:ext uri="{FF2B5EF4-FFF2-40B4-BE49-F238E27FC236}">
                  <a16:creationId xmlns:a16="http://schemas.microsoft.com/office/drawing/2014/main" id="{AB45F885-E4F3-1ABE-7D67-45D78727E8A9}"/>
                </a:ext>
              </a:extLst>
            </p:cNvPr>
            <p:cNvSpPr/>
            <p:nvPr/>
          </p:nvSpPr>
          <p:spPr>
            <a:xfrm>
              <a:off x="8242920" y="2445480"/>
              <a:ext cx="19800" cy="219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50" h="714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8" name="Google Shape;1238;p34">
              <a:extLst>
                <a:ext uri="{FF2B5EF4-FFF2-40B4-BE49-F238E27FC236}">
                  <a16:creationId xmlns:a16="http://schemas.microsoft.com/office/drawing/2014/main" id="{9F3A0807-EB33-F8A6-0924-62B1C7CFF6DA}"/>
                </a:ext>
              </a:extLst>
            </p:cNvPr>
            <p:cNvSpPr/>
            <p:nvPr/>
          </p:nvSpPr>
          <p:spPr>
            <a:xfrm>
              <a:off x="8280720" y="2360520"/>
              <a:ext cx="101520" cy="3780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275" h="122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1239;p34">
              <a:extLst>
                <a:ext uri="{FF2B5EF4-FFF2-40B4-BE49-F238E27FC236}">
                  <a16:creationId xmlns:a16="http://schemas.microsoft.com/office/drawing/2014/main" id="{0156369C-96F0-CB3C-6360-7B5C9C23E5B0}"/>
                </a:ext>
              </a:extLst>
            </p:cNvPr>
            <p:cNvSpPr/>
            <p:nvPr/>
          </p:nvSpPr>
          <p:spPr>
            <a:xfrm>
              <a:off x="8268480" y="2348640"/>
              <a:ext cx="18360" cy="154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601" h="513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1240;p34">
              <a:extLst>
                <a:ext uri="{FF2B5EF4-FFF2-40B4-BE49-F238E27FC236}">
                  <a16:creationId xmlns:a16="http://schemas.microsoft.com/office/drawing/2014/main" id="{EED54726-A380-1368-9CDF-EB9DFA6AF521}"/>
                </a:ext>
              </a:extLst>
            </p:cNvPr>
            <p:cNvSpPr/>
            <p:nvPr/>
          </p:nvSpPr>
          <p:spPr>
            <a:xfrm>
              <a:off x="8411400" y="1849320"/>
              <a:ext cx="74160" cy="295200"/>
            </a:xfrm>
            <a:custGeom>
              <a:avLst/>
              <a:gdLst>
                <a:gd name="textAreaLeft" fmla="*/ 0 w 74160"/>
                <a:gd name="textAreaRight" fmla="*/ 74520 w 7416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2400" h="9498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1241;p34">
              <a:extLst>
                <a:ext uri="{FF2B5EF4-FFF2-40B4-BE49-F238E27FC236}">
                  <a16:creationId xmlns:a16="http://schemas.microsoft.com/office/drawing/2014/main" id="{1E2B3CEE-4FBB-95EF-DC9C-FC019073D0DE}"/>
                </a:ext>
              </a:extLst>
            </p:cNvPr>
            <p:cNvSpPr/>
            <p:nvPr/>
          </p:nvSpPr>
          <p:spPr>
            <a:xfrm>
              <a:off x="8356320" y="2453040"/>
              <a:ext cx="61200" cy="3924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975" h="12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2" name="Google Shape;1242;p34">
              <a:extLst>
                <a:ext uri="{FF2B5EF4-FFF2-40B4-BE49-F238E27FC236}">
                  <a16:creationId xmlns:a16="http://schemas.microsoft.com/office/drawing/2014/main" id="{FF143DD3-814F-C0F5-4416-8746143DA492}"/>
                </a:ext>
              </a:extLst>
            </p:cNvPr>
            <p:cNvSpPr/>
            <p:nvPr/>
          </p:nvSpPr>
          <p:spPr>
            <a:xfrm>
              <a:off x="8409960" y="2147760"/>
              <a:ext cx="38880" cy="774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263" h="2500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3" name="Google Shape;1243;p34">
              <a:extLst>
                <a:ext uri="{FF2B5EF4-FFF2-40B4-BE49-F238E27FC236}">
                  <a16:creationId xmlns:a16="http://schemas.microsoft.com/office/drawing/2014/main" id="{43F3B027-E35C-ABD5-3923-FF265ED97026}"/>
                </a:ext>
              </a:extLst>
            </p:cNvPr>
            <p:cNvSpPr/>
            <p:nvPr/>
          </p:nvSpPr>
          <p:spPr>
            <a:xfrm>
              <a:off x="8442000" y="2188800"/>
              <a:ext cx="26640" cy="37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863" h="1225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1244;p34">
              <a:extLst>
                <a:ext uri="{FF2B5EF4-FFF2-40B4-BE49-F238E27FC236}">
                  <a16:creationId xmlns:a16="http://schemas.microsoft.com/office/drawing/2014/main" id="{C641B5E6-F8A9-15E6-194F-175E62B5090D}"/>
                </a:ext>
              </a:extLst>
            </p:cNvPr>
            <p:cNvSpPr/>
            <p:nvPr/>
          </p:nvSpPr>
          <p:spPr>
            <a:xfrm>
              <a:off x="8270640" y="2424600"/>
              <a:ext cx="70200" cy="1008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2263" h="3250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1245;p34">
              <a:extLst>
                <a:ext uri="{FF2B5EF4-FFF2-40B4-BE49-F238E27FC236}">
                  <a16:creationId xmlns:a16="http://schemas.microsoft.com/office/drawing/2014/main" id="{DCBEF250-BD77-7020-A4E5-C7CEE871922B}"/>
                </a:ext>
              </a:extLst>
            </p:cNvPr>
            <p:cNvSpPr/>
            <p:nvPr/>
          </p:nvSpPr>
          <p:spPr>
            <a:xfrm>
              <a:off x="8385480" y="2201760"/>
              <a:ext cx="18360" cy="3816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01" h="1238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1246;p34">
              <a:extLst>
                <a:ext uri="{FF2B5EF4-FFF2-40B4-BE49-F238E27FC236}">
                  <a16:creationId xmlns:a16="http://schemas.microsoft.com/office/drawing/2014/main" id="{7159DD39-D9A2-37F6-CF5F-26611B8E3E28}"/>
                </a:ext>
              </a:extLst>
            </p:cNvPr>
            <p:cNvSpPr/>
            <p:nvPr/>
          </p:nvSpPr>
          <p:spPr>
            <a:xfrm>
              <a:off x="8377920" y="2197800"/>
              <a:ext cx="27000" cy="4248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876" h="13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1247;p34">
              <a:extLst>
                <a:ext uri="{FF2B5EF4-FFF2-40B4-BE49-F238E27FC236}">
                  <a16:creationId xmlns:a16="http://schemas.microsoft.com/office/drawing/2014/main" id="{9661F4FD-77DE-21E7-3873-4782DE80C5CC}"/>
                </a:ext>
              </a:extLst>
            </p:cNvPr>
            <p:cNvSpPr/>
            <p:nvPr/>
          </p:nvSpPr>
          <p:spPr>
            <a:xfrm>
              <a:off x="8381520" y="1781640"/>
              <a:ext cx="74520" cy="16416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401" h="5287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1248;p34">
              <a:extLst>
                <a:ext uri="{FF2B5EF4-FFF2-40B4-BE49-F238E27FC236}">
                  <a16:creationId xmlns:a16="http://schemas.microsoft.com/office/drawing/2014/main" id="{614B10BB-8CFE-85DD-EA08-58D46E0A6E8E}"/>
                </a:ext>
              </a:extLst>
            </p:cNvPr>
            <p:cNvSpPr/>
            <p:nvPr/>
          </p:nvSpPr>
          <p:spPr>
            <a:xfrm>
              <a:off x="8334720" y="1789920"/>
              <a:ext cx="80640" cy="7632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2600" h="2463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1249;p34">
              <a:extLst>
                <a:ext uri="{FF2B5EF4-FFF2-40B4-BE49-F238E27FC236}">
                  <a16:creationId xmlns:a16="http://schemas.microsoft.com/office/drawing/2014/main" id="{637C4DCB-86EE-3F69-00C0-B0C6C45E21A6}"/>
                </a:ext>
              </a:extLst>
            </p:cNvPr>
            <p:cNvSpPr/>
            <p:nvPr/>
          </p:nvSpPr>
          <p:spPr>
            <a:xfrm>
              <a:off x="8348040" y="1833840"/>
              <a:ext cx="57960" cy="442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875" h="1438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0" name="Google Shape;1250;p34">
              <a:extLst>
                <a:ext uri="{FF2B5EF4-FFF2-40B4-BE49-F238E27FC236}">
                  <a16:creationId xmlns:a16="http://schemas.microsoft.com/office/drawing/2014/main" id="{31BCFA51-B92E-7C87-AAF0-FE110A4672FC}"/>
                </a:ext>
              </a:extLst>
            </p:cNvPr>
            <p:cNvSpPr/>
            <p:nvPr/>
          </p:nvSpPr>
          <p:spPr>
            <a:xfrm>
              <a:off x="8363160" y="1819800"/>
              <a:ext cx="37800" cy="20880"/>
            </a:xfrm>
            <a:custGeom>
              <a:avLst/>
              <a:gdLst>
                <a:gd name="textAreaLeft" fmla="*/ 0 w 37800"/>
                <a:gd name="textAreaRight" fmla="*/ 38160 w 37800"/>
                <a:gd name="textAreaTop" fmla="*/ 0 h 20880"/>
                <a:gd name="textAreaBottom" fmla="*/ 21240 h 20880"/>
              </a:gdLst>
              <a:ahLst/>
              <a:cxnLst/>
              <a:rect l="textAreaLeft" t="textAreaTop" r="textAreaRight" b="textAreaBottom"/>
              <a:pathLst>
                <a:path w="1226" h="688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1" name="Google Shape;1251;p34">
              <a:extLst>
                <a:ext uri="{FF2B5EF4-FFF2-40B4-BE49-F238E27FC236}">
                  <a16:creationId xmlns:a16="http://schemas.microsoft.com/office/drawing/2014/main" id="{000B8B78-C428-E74B-7C25-4DCB5FADBCB2}"/>
                </a:ext>
              </a:extLst>
            </p:cNvPr>
            <p:cNvSpPr/>
            <p:nvPr/>
          </p:nvSpPr>
          <p:spPr>
            <a:xfrm>
              <a:off x="8325360" y="2125800"/>
              <a:ext cx="88920" cy="6804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68040"/>
                <a:gd name="textAreaBottom" fmla="*/ 68400 h 68040"/>
              </a:gdLst>
              <a:ahLst/>
              <a:cxnLst/>
              <a:rect l="textAreaLeft" t="textAreaTop" r="textAreaRight" b="textAreaBottom"/>
              <a:pathLst>
                <a:path w="2863" h="2201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2" name="Google Shape;1252;p34">
              <a:extLst>
                <a:ext uri="{FF2B5EF4-FFF2-40B4-BE49-F238E27FC236}">
                  <a16:creationId xmlns:a16="http://schemas.microsoft.com/office/drawing/2014/main" id="{574A3399-976C-D0AA-8AC4-50F4E3A0A180}"/>
                </a:ext>
              </a:extLst>
            </p:cNvPr>
            <p:cNvSpPr/>
            <p:nvPr/>
          </p:nvSpPr>
          <p:spPr>
            <a:xfrm>
              <a:off x="8292960" y="2552040"/>
              <a:ext cx="129960" cy="13860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38600"/>
                <a:gd name="textAreaBottom" fmla="*/ 138960 h 138600"/>
              </a:gdLst>
              <a:ahLst/>
              <a:cxnLst/>
              <a:rect l="textAreaLeft" t="textAreaTop" r="textAreaRight" b="textAreaBottom"/>
              <a:pathLst>
                <a:path w="4187" h="4463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480" bIns="69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3" name="Google Shape;1253;p34">
              <a:extLst>
                <a:ext uri="{FF2B5EF4-FFF2-40B4-BE49-F238E27FC236}">
                  <a16:creationId xmlns:a16="http://schemas.microsoft.com/office/drawing/2014/main" id="{265B219A-2C95-4627-6638-68F4BE2E2EF6}"/>
                </a:ext>
              </a:extLst>
            </p:cNvPr>
            <p:cNvSpPr/>
            <p:nvPr/>
          </p:nvSpPr>
          <p:spPr>
            <a:xfrm>
              <a:off x="8324640" y="2684160"/>
              <a:ext cx="182160" cy="327960"/>
            </a:xfrm>
            <a:custGeom>
              <a:avLst/>
              <a:gdLst>
                <a:gd name="textAreaLeft" fmla="*/ 0 w 182160"/>
                <a:gd name="textAreaRight" fmla="*/ 182520 w 18216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5862" h="10549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4" name="Google Shape;1254;p34">
              <a:extLst>
                <a:ext uri="{FF2B5EF4-FFF2-40B4-BE49-F238E27FC236}">
                  <a16:creationId xmlns:a16="http://schemas.microsoft.com/office/drawing/2014/main" id="{84BC03E5-87BB-9402-D08E-4FA35469DD1E}"/>
                </a:ext>
              </a:extLst>
            </p:cNvPr>
            <p:cNvSpPr/>
            <p:nvPr/>
          </p:nvSpPr>
          <p:spPr>
            <a:xfrm>
              <a:off x="8352720" y="2928240"/>
              <a:ext cx="104760" cy="125280"/>
            </a:xfrm>
            <a:custGeom>
              <a:avLst/>
              <a:gdLst>
                <a:gd name="textAreaLeft" fmla="*/ 0 w 104760"/>
                <a:gd name="textAreaRight" fmla="*/ 105120 w 10476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3375" h="4037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1255;p34">
              <a:extLst>
                <a:ext uri="{FF2B5EF4-FFF2-40B4-BE49-F238E27FC236}">
                  <a16:creationId xmlns:a16="http://schemas.microsoft.com/office/drawing/2014/main" id="{A707C02A-5C05-B609-E0BD-041998047BA5}"/>
                </a:ext>
              </a:extLst>
            </p:cNvPr>
            <p:cNvSpPr/>
            <p:nvPr/>
          </p:nvSpPr>
          <p:spPr>
            <a:xfrm>
              <a:off x="8372880" y="3062520"/>
              <a:ext cx="16920" cy="6840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550" h="2213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1256;p34">
              <a:extLst>
                <a:ext uri="{FF2B5EF4-FFF2-40B4-BE49-F238E27FC236}">
                  <a16:creationId xmlns:a16="http://schemas.microsoft.com/office/drawing/2014/main" id="{D8FD0176-FB7E-C455-B3C5-88313881794F}"/>
                </a:ext>
              </a:extLst>
            </p:cNvPr>
            <p:cNvSpPr/>
            <p:nvPr/>
          </p:nvSpPr>
          <p:spPr>
            <a:xfrm>
              <a:off x="8307720" y="2723760"/>
              <a:ext cx="119880" cy="10116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101160"/>
                <a:gd name="textAreaBottom" fmla="*/ 101520 h 101160"/>
              </a:gdLst>
              <a:ahLst/>
              <a:cxnLst/>
              <a:rect l="textAreaLeft" t="textAreaTop" r="textAreaRight" b="textAreaBottom"/>
              <a:pathLst>
                <a:path w="3862" h="32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7" name="Google Shape;1257;p34">
              <a:extLst>
                <a:ext uri="{FF2B5EF4-FFF2-40B4-BE49-F238E27FC236}">
                  <a16:creationId xmlns:a16="http://schemas.microsoft.com/office/drawing/2014/main" id="{BD48F08B-5C78-4C34-9DA0-B49CDE6D6D06}"/>
                </a:ext>
              </a:extLst>
            </p:cNvPr>
            <p:cNvSpPr/>
            <p:nvPr/>
          </p:nvSpPr>
          <p:spPr>
            <a:xfrm>
              <a:off x="8254440" y="2706120"/>
              <a:ext cx="137160" cy="28080"/>
            </a:xfrm>
            <a:custGeom>
              <a:avLst/>
              <a:gdLst>
                <a:gd name="textAreaLeft" fmla="*/ 0 w 137160"/>
                <a:gd name="textAreaRight" fmla="*/ 137520 w 13716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4424" h="913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8" name="Google Shape;1258;p34">
              <a:extLst>
                <a:ext uri="{FF2B5EF4-FFF2-40B4-BE49-F238E27FC236}">
                  <a16:creationId xmlns:a16="http://schemas.microsoft.com/office/drawing/2014/main" id="{F1FEFFC7-DF8B-A78D-3C35-1C35571105E2}"/>
                </a:ext>
              </a:extLst>
            </p:cNvPr>
            <p:cNvSpPr/>
            <p:nvPr/>
          </p:nvSpPr>
          <p:spPr>
            <a:xfrm>
              <a:off x="8240760" y="2719440"/>
              <a:ext cx="14760" cy="1440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88" h="476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1259;p34">
              <a:extLst>
                <a:ext uri="{FF2B5EF4-FFF2-40B4-BE49-F238E27FC236}">
                  <a16:creationId xmlns:a16="http://schemas.microsoft.com/office/drawing/2014/main" id="{BADD8620-62AD-C076-DC6B-344BC69E3181}"/>
                </a:ext>
              </a:extLst>
            </p:cNvPr>
            <p:cNvSpPr/>
            <p:nvPr/>
          </p:nvSpPr>
          <p:spPr>
            <a:xfrm>
              <a:off x="8237520" y="2714400"/>
              <a:ext cx="20880" cy="27360"/>
            </a:xfrm>
            <a:custGeom>
              <a:avLst/>
              <a:gdLst>
                <a:gd name="textAreaLeft" fmla="*/ 0 w 20880"/>
                <a:gd name="textAreaRight" fmla="*/ 21240 w 2088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688" h="8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1260;p34">
              <a:extLst>
                <a:ext uri="{FF2B5EF4-FFF2-40B4-BE49-F238E27FC236}">
                  <a16:creationId xmlns:a16="http://schemas.microsoft.com/office/drawing/2014/main" id="{536FAC11-7913-4F4B-4616-710D912350B9}"/>
                </a:ext>
              </a:extLst>
            </p:cNvPr>
            <p:cNvSpPr/>
            <p:nvPr/>
          </p:nvSpPr>
          <p:spPr>
            <a:xfrm>
              <a:off x="8460720" y="3015360"/>
              <a:ext cx="3960" cy="3240"/>
            </a:xfrm>
            <a:custGeom>
              <a:avLst/>
              <a:gdLst>
                <a:gd name="textAreaLeft" fmla="*/ 0 w 3960"/>
                <a:gd name="textAreaRight" fmla="*/ 4320 w 396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38" h="114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1" name="Google Shape;1261;p34">
              <a:extLst>
                <a:ext uri="{FF2B5EF4-FFF2-40B4-BE49-F238E27FC236}">
                  <a16:creationId xmlns:a16="http://schemas.microsoft.com/office/drawing/2014/main" id="{CBCA84A1-16AB-5FFF-0D27-249DDE010FFE}"/>
                </a:ext>
              </a:extLst>
            </p:cNvPr>
            <p:cNvSpPr/>
            <p:nvPr/>
          </p:nvSpPr>
          <p:spPr>
            <a:xfrm>
              <a:off x="8388720" y="3127680"/>
              <a:ext cx="21600" cy="52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01" h="1688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2" name="Google Shape;1262;p34">
              <a:extLst>
                <a:ext uri="{FF2B5EF4-FFF2-40B4-BE49-F238E27FC236}">
                  <a16:creationId xmlns:a16="http://schemas.microsoft.com/office/drawing/2014/main" id="{3762C4C0-E7A9-2619-E68D-84523F065A5F}"/>
                </a:ext>
              </a:extLst>
            </p:cNvPr>
            <p:cNvSpPr/>
            <p:nvPr/>
          </p:nvSpPr>
          <p:spPr>
            <a:xfrm>
              <a:off x="8382960" y="3128040"/>
              <a:ext cx="24120" cy="522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89" h="1688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1263;p34">
              <a:extLst>
                <a:ext uri="{FF2B5EF4-FFF2-40B4-BE49-F238E27FC236}">
                  <a16:creationId xmlns:a16="http://schemas.microsoft.com/office/drawing/2014/main" id="{4DB06337-84BB-A152-8A95-00FF5907187D}"/>
                </a:ext>
              </a:extLst>
            </p:cNvPr>
            <p:cNvSpPr/>
            <p:nvPr/>
          </p:nvSpPr>
          <p:spPr>
            <a:xfrm>
              <a:off x="8340480" y="3053160"/>
              <a:ext cx="37080" cy="41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01" h="1326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1264;p34">
              <a:extLst>
                <a:ext uri="{FF2B5EF4-FFF2-40B4-BE49-F238E27FC236}">
                  <a16:creationId xmlns:a16="http://schemas.microsoft.com/office/drawing/2014/main" id="{68ADA82B-5C82-2D09-279C-0117B088A34F}"/>
                </a:ext>
              </a:extLst>
            </p:cNvPr>
            <p:cNvSpPr/>
            <p:nvPr/>
          </p:nvSpPr>
          <p:spPr>
            <a:xfrm>
              <a:off x="8340840" y="3053520"/>
              <a:ext cx="36000" cy="4104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163" h="1325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5" name="Google Shape;1265;p34">
              <a:extLst>
                <a:ext uri="{FF2B5EF4-FFF2-40B4-BE49-F238E27FC236}">
                  <a16:creationId xmlns:a16="http://schemas.microsoft.com/office/drawing/2014/main" id="{6EB35267-708B-09EF-70FF-77BCDABB7638}"/>
                </a:ext>
              </a:extLst>
            </p:cNvPr>
            <p:cNvSpPr/>
            <p:nvPr/>
          </p:nvSpPr>
          <p:spPr>
            <a:xfrm>
              <a:off x="8260560" y="2669400"/>
              <a:ext cx="107280" cy="47520"/>
            </a:xfrm>
            <a:custGeom>
              <a:avLst/>
              <a:gdLst>
                <a:gd name="textAreaLeft" fmla="*/ 0 w 107280"/>
                <a:gd name="textAreaRight" fmla="*/ 107640 w 10728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463" h="1539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6" name="Google Shape;1266;p34">
              <a:extLst>
                <a:ext uri="{FF2B5EF4-FFF2-40B4-BE49-F238E27FC236}">
                  <a16:creationId xmlns:a16="http://schemas.microsoft.com/office/drawing/2014/main" id="{C220ACC9-9DDD-7BD3-0E3F-79C9B1B2A299}"/>
                </a:ext>
              </a:extLst>
            </p:cNvPr>
            <p:cNvSpPr/>
            <p:nvPr/>
          </p:nvSpPr>
          <p:spPr>
            <a:xfrm>
              <a:off x="8242560" y="2656800"/>
              <a:ext cx="20160" cy="219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63" h="71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7" name="Google Shape;1267;p34">
              <a:extLst>
                <a:ext uri="{FF2B5EF4-FFF2-40B4-BE49-F238E27FC236}">
                  <a16:creationId xmlns:a16="http://schemas.microsoft.com/office/drawing/2014/main" id="{CBA88636-CDB9-0165-6EC8-2AEBAAA63FBF}"/>
                </a:ext>
              </a:extLst>
            </p:cNvPr>
            <p:cNvSpPr/>
            <p:nvPr/>
          </p:nvSpPr>
          <p:spPr>
            <a:xfrm>
              <a:off x="8280720" y="2725920"/>
              <a:ext cx="101520" cy="37440"/>
            </a:xfrm>
            <a:custGeom>
              <a:avLst/>
              <a:gdLst>
                <a:gd name="textAreaLeft" fmla="*/ 0 w 101520"/>
                <a:gd name="textAreaRight" fmla="*/ 101880 w 101520"/>
                <a:gd name="textAreaTop" fmla="*/ 0 h 37440"/>
                <a:gd name="textAreaBottom" fmla="*/ 37800 h 37440"/>
              </a:gdLst>
              <a:ahLst/>
              <a:cxnLst/>
              <a:rect l="textAreaLeft" t="textAreaTop" r="textAreaRight" b="textAreaBottom"/>
              <a:pathLst>
                <a:path w="3275" h="1213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8" name="Google Shape;1268;p34">
              <a:extLst>
                <a:ext uri="{FF2B5EF4-FFF2-40B4-BE49-F238E27FC236}">
                  <a16:creationId xmlns:a16="http://schemas.microsoft.com/office/drawing/2014/main" id="{1D70CF1C-7C23-6A37-CB6F-CE76A47391C6}"/>
                </a:ext>
              </a:extLst>
            </p:cNvPr>
            <p:cNvSpPr/>
            <p:nvPr/>
          </p:nvSpPr>
          <p:spPr>
            <a:xfrm>
              <a:off x="8268480" y="2759400"/>
              <a:ext cx="18000" cy="158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5840"/>
                <a:gd name="textAreaBottom" fmla="*/ 16200 h 15840"/>
              </a:gdLst>
              <a:ahLst/>
              <a:cxnLst/>
              <a:rect l="textAreaLeft" t="textAreaTop" r="textAreaRight" b="textAreaBottom"/>
              <a:pathLst>
                <a:path w="589" h="526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9" name="Google Shape;1269;p34">
              <a:extLst>
                <a:ext uri="{FF2B5EF4-FFF2-40B4-BE49-F238E27FC236}">
                  <a16:creationId xmlns:a16="http://schemas.microsoft.com/office/drawing/2014/main" id="{3B660848-7164-0804-8087-06858DCAF69A}"/>
                </a:ext>
              </a:extLst>
            </p:cNvPr>
            <p:cNvSpPr/>
            <p:nvPr/>
          </p:nvSpPr>
          <p:spPr>
            <a:xfrm>
              <a:off x="8411400" y="2979360"/>
              <a:ext cx="74880" cy="29520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2413" h="9499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0" name="Google Shape;1270;p34">
              <a:extLst>
                <a:ext uri="{FF2B5EF4-FFF2-40B4-BE49-F238E27FC236}">
                  <a16:creationId xmlns:a16="http://schemas.microsoft.com/office/drawing/2014/main" id="{86B078F1-7796-3D97-63FD-F13F45FB4639}"/>
                </a:ext>
              </a:extLst>
            </p:cNvPr>
            <p:cNvSpPr/>
            <p:nvPr/>
          </p:nvSpPr>
          <p:spPr>
            <a:xfrm>
              <a:off x="8356320" y="2632320"/>
              <a:ext cx="61200" cy="3888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38880"/>
                <a:gd name="textAreaBottom" fmla="*/ 39240 h 38880"/>
              </a:gdLst>
              <a:ahLst/>
              <a:cxnLst/>
              <a:rect l="textAreaLeft" t="textAreaTop" r="textAreaRight" b="textAreaBottom"/>
              <a:pathLst>
                <a:path w="1975" h="1263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1" name="Google Shape;1271;p34">
              <a:extLst>
                <a:ext uri="{FF2B5EF4-FFF2-40B4-BE49-F238E27FC236}">
                  <a16:creationId xmlns:a16="http://schemas.microsoft.com/office/drawing/2014/main" id="{9A9B3DEF-A290-9154-D4DE-7B46A3B91DE7}"/>
                </a:ext>
              </a:extLst>
            </p:cNvPr>
            <p:cNvSpPr/>
            <p:nvPr/>
          </p:nvSpPr>
          <p:spPr>
            <a:xfrm>
              <a:off x="8409960" y="2899080"/>
              <a:ext cx="38880" cy="774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263" h="2500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2" name="Google Shape;1272;p34">
              <a:extLst>
                <a:ext uri="{FF2B5EF4-FFF2-40B4-BE49-F238E27FC236}">
                  <a16:creationId xmlns:a16="http://schemas.microsoft.com/office/drawing/2014/main" id="{4735F4FD-00E5-B2B3-F5DD-39E78644F93B}"/>
                </a:ext>
              </a:extLst>
            </p:cNvPr>
            <p:cNvSpPr/>
            <p:nvPr/>
          </p:nvSpPr>
          <p:spPr>
            <a:xfrm>
              <a:off x="8442000" y="2897640"/>
              <a:ext cx="26640" cy="37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863" h="1225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3" name="Google Shape;1273;p34">
              <a:extLst>
                <a:ext uri="{FF2B5EF4-FFF2-40B4-BE49-F238E27FC236}">
                  <a16:creationId xmlns:a16="http://schemas.microsoft.com/office/drawing/2014/main" id="{14B657AE-5F0B-0501-C839-8A671A682E77}"/>
                </a:ext>
              </a:extLst>
            </p:cNvPr>
            <p:cNvSpPr/>
            <p:nvPr/>
          </p:nvSpPr>
          <p:spPr>
            <a:xfrm>
              <a:off x="8271000" y="2598840"/>
              <a:ext cx="70200" cy="1008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2263" h="3250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4" name="Google Shape;1274;p34">
              <a:extLst>
                <a:ext uri="{FF2B5EF4-FFF2-40B4-BE49-F238E27FC236}">
                  <a16:creationId xmlns:a16="http://schemas.microsoft.com/office/drawing/2014/main" id="{9A0EF241-AEE2-D35C-2E6E-4771455611F5}"/>
                </a:ext>
              </a:extLst>
            </p:cNvPr>
            <p:cNvSpPr/>
            <p:nvPr/>
          </p:nvSpPr>
          <p:spPr>
            <a:xfrm>
              <a:off x="8385480" y="2884320"/>
              <a:ext cx="18720" cy="38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13" h="1238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1275;p34">
              <a:extLst>
                <a:ext uri="{FF2B5EF4-FFF2-40B4-BE49-F238E27FC236}">
                  <a16:creationId xmlns:a16="http://schemas.microsoft.com/office/drawing/2014/main" id="{EEC1DCB3-CA8C-F2EA-EDC2-EE7FE56E2AD0}"/>
                </a:ext>
              </a:extLst>
            </p:cNvPr>
            <p:cNvSpPr/>
            <p:nvPr/>
          </p:nvSpPr>
          <p:spPr>
            <a:xfrm>
              <a:off x="8377920" y="2883960"/>
              <a:ext cx="27000" cy="4212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876" h="1363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1276;p34">
              <a:extLst>
                <a:ext uri="{FF2B5EF4-FFF2-40B4-BE49-F238E27FC236}">
                  <a16:creationId xmlns:a16="http://schemas.microsoft.com/office/drawing/2014/main" id="{CA02ED7C-DF55-F10F-BFC0-725FAC1A0B29}"/>
                </a:ext>
              </a:extLst>
            </p:cNvPr>
            <p:cNvSpPr/>
            <p:nvPr/>
          </p:nvSpPr>
          <p:spPr>
            <a:xfrm>
              <a:off x="8381520" y="3178440"/>
              <a:ext cx="73800" cy="16416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388" h="5287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1277;p34">
              <a:extLst>
                <a:ext uri="{FF2B5EF4-FFF2-40B4-BE49-F238E27FC236}">
                  <a16:creationId xmlns:a16="http://schemas.microsoft.com/office/drawing/2014/main" id="{FC03CD4F-F9DD-F0B5-3CF7-94C3FDF9024D}"/>
                </a:ext>
              </a:extLst>
            </p:cNvPr>
            <p:cNvSpPr/>
            <p:nvPr/>
          </p:nvSpPr>
          <p:spPr>
            <a:xfrm>
              <a:off x="8334720" y="3258000"/>
              <a:ext cx="80640" cy="7596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600" h="245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1278;p34">
              <a:extLst>
                <a:ext uri="{FF2B5EF4-FFF2-40B4-BE49-F238E27FC236}">
                  <a16:creationId xmlns:a16="http://schemas.microsoft.com/office/drawing/2014/main" id="{9C5383D7-1DDE-4055-8F98-B8FABAA52D04}"/>
                </a:ext>
              </a:extLst>
            </p:cNvPr>
            <p:cNvSpPr/>
            <p:nvPr/>
          </p:nvSpPr>
          <p:spPr>
            <a:xfrm>
              <a:off x="8348040" y="3245400"/>
              <a:ext cx="57600" cy="4428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863" h="1438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1279;p34">
              <a:extLst>
                <a:ext uri="{FF2B5EF4-FFF2-40B4-BE49-F238E27FC236}">
                  <a16:creationId xmlns:a16="http://schemas.microsoft.com/office/drawing/2014/main" id="{9C93FF99-06C8-2D72-F1FD-5130103B58AC}"/>
                </a:ext>
              </a:extLst>
            </p:cNvPr>
            <p:cNvSpPr/>
            <p:nvPr/>
          </p:nvSpPr>
          <p:spPr>
            <a:xfrm>
              <a:off x="8363160" y="3283200"/>
              <a:ext cx="38160" cy="216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238" h="701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1280;p34">
              <a:extLst>
                <a:ext uri="{FF2B5EF4-FFF2-40B4-BE49-F238E27FC236}">
                  <a16:creationId xmlns:a16="http://schemas.microsoft.com/office/drawing/2014/main" id="{E1AA4B64-23AD-7406-436E-1AA10E0C33AD}"/>
                </a:ext>
              </a:extLst>
            </p:cNvPr>
            <p:cNvSpPr/>
            <p:nvPr/>
          </p:nvSpPr>
          <p:spPr>
            <a:xfrm>
              <a:off x="8325360" y="2929680"/>
              <a:ext cx="88920" cy="68400"/>
            </a:xfrm>
            <a:custGeom>
              <a:avLst/>
              <a:gdLst>
                <a:gd name="textAreaLeft" fmla="*/ 0 w 88920"/>
                <a:gd name="textAreaRight" fmla="*/ 89280 w 8892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2863" h="221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1281;p34">
              <a:extLst>
                <a:ext uri="{FF2B5EF4-FFF2-40B4-BE49-F238E27FC236}">
                  <a16:creationId xmlns:a16="http://schemas.microsoft.com/office/drawing/2014/main" id="{44AAE021-3D59-70A7-3EA7-EE4263A204A6}"/>
                </a:ext>
              </a:extLst>
            </p:cNvPr>
            <p:cNvSpPr/>
            <p:nvPr/>
          </p:nvSpPr>
          <p:spPr>
            <a:xfrm>
              <a:off x="8299440" y="2532240"/>
              <a:ext cx="18720" cy="244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613" h="801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1282;p34">
              <a:extLst>
                <a:ext uri="{FF2B5EF4-FFF2-40B4-BE49-F238E27FC236}">
                  <a16:creationId xmlns:a16="http://schemas.microsoft.com/office/drawing/2014/main" id="{A3EE4602-5C21-D1D4-E9E6-B66E87288054}"/>
                </a:ext>
              </a:extLst>
            </p:cNvPr>
            <p:cNvSpPr/>
            <p:nvPr/>
          </p:nvSpPr>
          <p:spPr>
            <a:xfrm>
              <a:off x="8295120" y="2531520"/>
              <a:ext cx="7200" cy="205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39" h="676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1283;p34">
              <a:extLst>
                <a:ext uri="{FF2B5EF4-FFF2-40B4-BE49-F238E27FC236}">
                  <a16:creationId xmlns:a16="http://schemas.microsoft.com/office/drawing/2014/main" id="{343062F8-B4C2-FEE1-21AD-ADBB71FA14DC}"/>
                </a:ext>
              </a:extLst>
            </p:cNvPr>
            <p:cNvSpPr/>
            <p:nvPr/>
          </p:nvSpPr>
          <p:spPr>
            <a:xfrm>
              <a:off x="8314920" y="2555280"/>
              <a:ext cx="9000" cy="115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00" h="376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1284;p34">
              <a:extLst>
                <a:ext uri="{FF2B5EF4-FFF2-40B4-BE49-F238E27FC236}">
                  <a16:creationId xmlns:a16="http://schemas.microsoft.com/office/drawing/2014/main" id="{F8BD21E8-408C-79C7-081E-EDCF46D03BEF}"/>
                </a:ext>
              </a:extLst>
            </p:cNvPr>
            <p:cNvSpPr/>
            <p:nvPr/>
          </p:nvSpPr>
          <p:spPr>
            <a:xfrm>
              <a:off x="8298000" y="2564280"/>
              <a:ext cx="19080" cy="2484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626" h="813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1285;p34">
              <a:extLst>
                <a:ext uri="{FF2B5EF4-FFF2-40B4-BE49-F238E27FC236}">
                  <a16:creationId xmlns:a16="http://schemas.microsoft.com/office/drawing/2014/main" id="{4DF465FB-CEBA-EF4D-10E8-C9CF7CF4D9AE}"/>
                </a:ext>
              </a:extLst>
            </p:cNvPr>
            <p:cNvSpPr/>
            <p:nvPr/>
          </p:nvSpPr>
          <p:spPr>
            <a:xfrm>
              <a:off x="8292600" y="2558880"/>
              <a:ext cx="12240" cy="295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29520"/>
                <a:gd name="textAreaBottom" fmla="*/ 29880 h 29520"/>
              </a:gdLst>
              <a:ahLst/>
              <a:cxnLst/>
              <a:rect l="textAreaLeft" t="textAreaTop" r="textAreaRight" b="textAreaBottom"/>
              <a:pathLst>
                <a:path w="401" h="963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1286;p34">
              <a:extLst>
                <a:ext uri="{FF2B5EF4-FFF2-40B4-BE49-F238E27FC236}">
                  <a16:creationId xmlns:a16="http://schemas.microsoft.com/office/drawing/2014/main" id="{7EBF8A61-2CF3-2B97-D262-352551390472}"/>
                </a:ext>
              </a:extLst>
            </p:cNvPr>
            <p:cNvSpPr/>
            <p:nvPr/>
          </p:nvSpPr>
          <p:spPr>
            <a:xfrm>
              <a:off x="8295480" y="2545560"/>
              <a:ext cx="9720" cy="1728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26" h="563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1287;p34">
              <a:extLst>
                <a:ext uri="{FF2B5EF4-FFF2-40B4-BE49-F238E27FC236}">
                  <a16:creationId xmlns:a16="http://schemas.microsoft.com/office/drawing/2014/main" id="{9FA791B0-F9CB-1582-8768-ABCD52F2021C}"/>
                </a:ext>
              </a:extLst>
            </p:cNvPr>
            <p:cNvSpPr/>
            <p:nvPr/>
          </p:nvSpPr>
          <p:spPr>
            <a:xfrm>
              <a:off x="8277840" y="2552040"/>
              <a:ext cx="15120" cy="1764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501" h="576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1288;p34">
              <a:extLst>
                <a:ext uri="{FF2B5EF4-FFF2-40B4-BE49-F238E27FC236}">
                  <a16:creationId xmlns:a16="http://schemas.microsoft.com/office/drawing/2014/main" id="{D05331C8-307E-CCA3-AB2E-B37B0567AF3E}"/>
                </a:ext>
              </a:extLst>
            </p:cNvPr>
            <p:cNvSpPr/>
            <p:nvPr/>
          </p:nvSpPr>
          <p:spPr>
            <a:xfrm>
              <a:off x="702000" y="2552400"/>
              <a:ext cx="129960" cy="13824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38240"/>
                <a:gd name="textAreaBottom" fmla="*/ 138600 h 138240"/>
              </a:gdLst>
              <a:ahLst/>
              <a:cxnLst/>
              <a:rect l="textAreaLeft" t="textAreaTop" r="textAreaRight" b="textAreaBottom"/>
              <a:pathLst>
                <a:path w="4187" h="4450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120" bIns="69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1289;p34">
              <a:extLst>
                <a:ext uri="{FF2B5EF4-FFF2-40B4-BE49-F238E27FC236}">
                  <a16:creationId xmlns:a16="http://schemas.microsoft.com/office/drawing/2014/main" id="{1D4DAD57-273C-8E56-DC88-5795A116B2CC}"/>
                </a:ext>
              </a:extLst>
            </p:cNvPr>
            <p:cNvSpPr/>
            <p:nvPr/>
          </p:nvSpPr>
          <p:spPr>
            <a:xfrm>
              <a:off x="617760" y="2684880"/>
              <a:ext cx="182520" cy="32796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327960"/>
                <a:gd name="textAreaBottom" fmla="*/ 328320 h 327960"/>
              </a:gdLst>
              <a:ahLst/>
              <a:cxnLst/>
              <a:rect l="textAreaLeft" t="textAreaTop" r="textAreaRight" b="textAreaBottom"/>
              <a:pathLst>
                <a:path w="5875" h="10548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0" name="Google Shape;1290;p34">
              <a:extLst>
                <a:ext uri="{FF2B5EF4-FFF2-40B4-BE49-F238E27FC236}">
                  <a16:creationId xmlns:a16="http://schemas.microsoft.com/office/drawing/2014/main" id="{391B7DC3-E17D-C58F-3DC3-163CAC0FB681}"/>
                </a:ext>
              </a:extLst>
            </p:cNvPr>
            <p:cNvSpPr/>
            <p:nvPr/>
          </p:nvSpPr>
          <p:spPr>
            <a:xfrm>
              <a:off x="667800" y="2928960"/>
              <a:ext cx="105480" cy="124560"/>
            </a:xfrm>
            <a:custGeom>
              <a:avLst/>
              <a:gdLst>
                <a:gd name="textAreaLeft" fmla="*/ 0 w 105480"/>
                <a:gd name="textAreaRight" fmla="*/ 105840 w 105480"/>
                <a:gd name="textAreaTop" fmla="*/ 0 h 124560"/>
                <a:gd name="textAreaBottom" fmla="*/ 124920 h 124560"/>
              </a:gdLst>
              <a:ahLst/>
              <a:cxnLst/>
              <a:rect l="textAreaLeft" t="textAreaTop" r="textAreaRight" b="textAreaBottom"/>
              <a:pathLst>
                <a:path w="3400" h="4012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280" bIns="62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1" name="Google Shape;1291;p34">
              <a:extLst>
                <a:ext uri="{FF2B5EF4-FFF2-40B4-BE49-F238E27FC236}">
                  <a16:creationId xmlns:a16="http://schemas.microsoft.com/office/drawing/2014/main" id="{F72E0EF4-BE19-30FD-536E-3F5A52C97127}"/>
                </a:ext>
              </a:extLst>
            </p:cNvPr>
            <p:cNvSpPr/>
            <p:nvPr/>
          </p:nvSpPr>
          <p:spPr>
            <a:xfrm>
              <a:off x="735480" y="3062520"/>
              <a:ext cx="16920" cy="6840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551" h="2213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1292;p34">
              <a:extLst>
                <a:ext uri="{FF2B5EF4-FFF2-40B4-BE49-F238E27FC236}">
                  <a16:creationId xmlns:a16="http://schemas.microsoft.com/office/drawing/2014/main" id="{0887CEF3-5770-F06B-72B2-F85A6E1ED65F}"/>
                </a:ext>
              </a:extLst>
            </p:cNvPr>
            <p:cNvSpPr/>
            <p:nvPr/>
          </p:nvSpPr>
          <p:spPr>
            <a:xfrm>
              <a:off x="697680" y="2722680"/>
              <a:ext cx="119880" cy="101880"/>
            </a:xfrm>
            <a:custGeom>
              <a:avLst/>
              <a:gdLst>
                <a:gd name="textAreaLeft" fmla="*/ 0 w 119880"/>
                <a:gd name="textAreaRight" fmla="*/ 120240 w 119880"/>
                <a:gd name="textAreaTop" fmla="*/ 0 h 101880"/>
                <a:gd name="textAreaBottom" fmla="*/ 102240 h 101880"/>
              </a:gdLst>
              <a:ahLst/>
              <a:cxnLst/>
              <a:rect l="textAreaLeft" t="textAreaTop" r="textAreaRight" b="textAreaBottom"/>
              <a:pathLst>
                <a:path w="3863" h="3287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1120" bIns="51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1293;p34">
              <a:extLst>
                <a:ext uri="{FF2B5EF4-FFF2-40B4-BE49-F238E27FC236}">
                  <a16:creationId xmlns:a16="http://schemas.microsoft.com/office/drawing/2014/main" id="{C5F2D904-BC20-8436-4E90-BFC7085A03C7}"/>
                </a:ext>
              </a:extLst>
            </p:cNvPr>
            <p:cNvSpPr/>
            <p:nvPr/>
          </p:nvSpPr>
          <p:spPr>
            <a:xfrm>
              <a:off x="732600" y="2706120"/>
              <a:ext cx="137520" cy="2808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4425" h="913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1294;p34">
              <a:extLst>
                <a:ext uri="{FF2B5EF4-FFF2-40B4-BE49-F238E27FC236}">
                  <a16:creationId xmlns:a16="http://schemas.microsoft.com/office/drawing/2014/main" id="{6629667D-74D9-B16A-4C75-D7299254B776}"/>
                </a:ext>
              </a:extLst>
            </p:cNvPr>
            <p:cNvSpPr/>
            <p:nvPr/>
          </p:nvSpPr>
          <p:spPr>
            <a:xfrm>
              <a:off x="869760" y="2719440"/>
              <a:ext cx="14760" cy="1440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88" h="476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1295;p34">
              <a:extLst>
                <a:ext uri="{FF2B5EF4-FFF2-40B4-BE49-F238E27FC236}">
                  <a16:creationId xmlns:a16="http://schemas.microsoft.com/office/drawing/2014/main" id="{40C47509-C7FF-5137-F208-B25D801CA2F9}"/>
                </a:ext>
              </a:extLst>
            </p:cNvPr>
            <p:cNvSpPr/>
            <p:nvPr/>
          </p:nvSpPr>
          <p:spPr>
            <a:xfrm>
              <a:off x="867240" y="2714400"/>
              <a:ext cx="19800" cy="219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51" h="713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1296;p34">
              <a:extLst>
                <a:ext uri="{FF2B5EF4-FFF2-40B4-BE49-F238E27FC236}">
                  <a16:creationId xmlns:a16="http://schemas.microsoft.com/office/drawing/2014/main" id="{4BAB89B8-2BB6-E8D2-0BDA-804BDE8D401F}"/>
                </a:ext>
              </a:extLst>
            </p:cNvPr>
            <p:cNvSpPr/>
            <p:nvPr/>
          </p:nvSpPr>
          <p:spPr>
            <a:xfrm>
              <a:off x="660600" y="3015360"/>
              <a:ext cx="3600" cy="324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3240"/>
                <a:gd name="textAreaBottom" fmla="*/ 3600 h 3240"/>
              </a:gdLst>
              <a:ahLst/>
              <a:cxnLst/>
              <a:rect l="textAreaLeft" t="textAreaTop" r="textAreaRight" b="textAreaBottom"/>
              <a:pathLst>
                <a:path w="126" h="114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7" name="Google Shape;1297;p34">
              <a:extLst>
                <a:ext uri="{FF2B5EF4-FFF2-40B4-BE49-F238E27FC236}">
                  <a16:creationId xmlns:a16="http://schemas.microsoft.com/office/drawing/2014/main" id="{5835CE4D-9153-1A44-778C-49B74249845D}"/>
                </a:ext>
              </a:extLst>
            </p:cNvPr>
            <p:cNvSpPr/>
            <p:nvPr/>
          </p:nvSpPr>
          <p:spPr>
            <a:xfrm>
              <a:off x="714960" y="3127680"/>
              <a:ext cx="21600" cy="52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01" h="1688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8" name="Google Shape;1298;p34">
              <a:extLst>
                <a:ext uri="{FF2B5EF4-FFF2-40B4-BE49-F238E27FC236}">
                  <a16:creationId xmlns:a16="http://schemas.microsoft.com/office/drawing/2014/main" id="{B216FA4A-1EFC-A474-BFE9-8D7FAC3B5A3F}"/>
                </a:ext>
              </a:extLst>
            </p:cNvPr>
            <p:cNvSpPr/>
            <p:nvPr/>
          </p:nvSpPr>
          <p:spPr>
            <a:xfrm>
              <a:off x="717840" y="3128040"/>
              <a:ext cx="24120" cy="522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88" h="16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1299;p34">
              <a:extLst>
                <a:ext uri="{FF2B5EF4-FFF2-40B4-BE49-F238E27FC236}">
                  <a16:creationId xmlns:a16="http://schemas.microsoft.com/office/drawing/2014/main" id="{21F04C8E-C351-4507-2702-8FA8E436E476}"/>
                </a:ext>
              </a:extLst>
            </p:cNvPr>
            <p:cNvSpPr/>
            <p:nvPr/>
          </p:nvSpPr>
          <p:spPr>
            <a:xfrm>
              <a:off x="747360" y="3053160"/>
              <a:ext cx="37080" cy="41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00" h="1326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1300;p34">
              <a:extLst>
                <a:ext uri="{FF2B5EF4-FFF2-40B4-BE49-F238E27FC236}">
                  <a16:creationId xmlns:a16="http://schemas.microsoft.com/office/drawing/2014/main" id="{9DF827ED-AD21-8968-6CE3-814BD80F12B9}"/>
                </a:ext>
              </a:extLst>
            </p:cNvPr>
            <p:cNvSpPr/>
            <p:nvPr/>
          </p:nvSpPr>
          <p:spPr>
            <a:xfrm>
              <a:off x="748080" y="3053520"/>
              <a:ext cx="36360" cy="41040"/>
            </a:xfrm>
            <a:custGeom>
              <a:avLst/>
              <a:gdLst>
                <a:gd name="textAreaLeft" fmla="*/ 0 w 36360"/>
                <a:gd name="textAreaRight" fmla="*/ 36720 w 3636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175" h="132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1" name="Google Shape;1301;p34">
              <a:extLst>
                <a:ext uri="{FF2B5EF4-FFF2-40B4-BE49-F238E27FC236}">
                  <a16:creationId xmlns:a16="http://schemas.microsoft.com/office/drawing/2014/main" id="{95B6CE3B-43A4-8689-BAD2-580354AFDE95}"/>
                </a:ext>
              </a:extLst>
            </p:cNvPr>
            <p:cNvSpPr/>
            <p:nvPr/>
          </p:nvSpPr>
          <p:spPr>
            <a:xfrm>
              <a:off x="757080" y="2669400"/>
              <a:ext cx="107640" cy="4752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475" h="1539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2" name="Google Shape;1302;p34">
              <a:extLst>
                <a:ext uri="{FF2B5EF4-FFF2-40B4-BE49-F238E27FC236}">
                  <a16:creationId xmlns:a16="http://schemas.microsoft.com/office/drawing/2014/main" id="{0EC849FD-A1F3-A788-2E5D-151DFFE91DBD}"/>
                </a:ext>
              </a:extLst>
            </p:cNvPr>
            <p:cNvSpPr/>
            <p:nvPr/>
          </p:nvSpPr>
          <p:spPr>
            <a:xfrm>
              <a:off x="862200" y="2656800"/>
              <a:ext cx="19800" cy="21960"/>
            </a:xfrm>
            <a:custGeom>
              <a:avLst/>
              <a:gdLst>
                <a:gd name="textAreaLeft" fmla="*/ 0 w 19800"/>
                <a:gd name="textAreaRight" fmla="*/ 20160 w 1980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51" h="713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3" name="Google Shape;1303;p34">
              <a:extLst>
                <a:ext uri="{FF2B5EF4-FFF2-40B4-BE49-F238E27FC236}">
                  <a16:creationId xmlns:a16="http://schemas.microsoft.com/office/drawing/2014/main" id="{4629EDFC-0F8C-7166-67AE-E449149B0A81}"/>
                </a:ext>
              </a:extLst>
            </p:cNvPr>
            <p:cNvSpPr/>
            <p:nvPr/>
          </p:nvSpPr>
          <p:spPr>
            <a:xfrm>
              <a:off x="742680" y="2725920"/>
              <a:ext cx="101880" cy="3780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287" h="1225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4" name="Google Shape;1304;p34">
              <a:extLst>
                <a:ext uri="{FF2B5EF4-FFF2-40B4-BE49-F238E27FC236}">
                  <a16:creationId xmlns:a16="http://schemas.microsoft.com/office/drawing/2014/main" id="{D3CD9B54-7143-46B1-89D6-0819ECFD6F9A}"/>
                </a:ext>
              </a:extLst>
            </p:cNvPr>
            <p:cNvSpPr/>
            <p:nvPr/>
          </p:nvSpPr>
          <p:spPr>
            <a:xfrm>
              <a:off x="838440" y="2759760"/>
              <a:ext cx="18360" cy="154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601" h="513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5" name="Google Shape;1305;p34">
              <a:extLst>
                <a:ext uri="{FF2B5EF4-FFF2-40B4-BE49-F238E27FC236}">
                  <a16:creationId xmlns:a16="http://schemas.microsoft.com/office/drawing/2014/main" id="{CC420CA9-6061-B9C6-8CF6-3D327009F909}"/>
                </a:ext>
              </a:extLst>
            </p:cNvPr>
            <p:cNvSpPr/>
            <p:nvPr/>
          </p:nvSpPr>
          <p:spPr>
            <a:xfrm>
              <a:off x="639000" y="2979360"/>
              <a:ext cx="74880" cy="29520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2413" h="9499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1306;p34">
              <a:extLst>
                <a:ext uri="{FF2B5EF4-FFF2-40B4-BE49-F238E27FC236}">
                  <a16:creationId xmlns:a16="http://schemas.microsoft.com/office/drawing/2014/main" id="{271EA931-891B-A43D-B371-EEDCA59557EA}"/>
                </a:ext>
              </a:extLst>
            </p:cNvPr>
            <p:cNvSpPr/>
            <p:nvPr/>
          </p:nvSpPr>
          <p:spPr>
            <a:xfrm>
              <a:off x="707400" y="2631960"/>
              <a:ext cx="61200" cy="3924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975" h="1276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1307;p34">
              <a:extLst>
                <a:ext uri="{FF2B5EF4-FFF2-40B4-BE49-F238E27FC236}">
                  <a16:creationId xmlns:a16="http://schemas.microsoft.com/office/drawing/2014/main" id="{26244BDC-1EC1-291F-9EC4-691F61ED3221}"/>
                </a:ext>
              </a:extLst>
            </p:cNvPr>
            <p:cNvSpPr/>
            <p:nvPr/>
          </p:nvSpPr>
          <p:spPr>
            <a:xfrm>
              <a:off x="675720" y="2899080"/>
              <a:ext cx="38880" cy="7776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1264" h="2512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308;p34">
              <a:extLst>
                <a:ext uri="{FF2B5EF4-FFF2-40B4-BE49-F238E27FC236}">
                  <a16:creationId xmlns:a16="http://schemas.microsoft.com/office/drawing/2014/main" id="{945E4148-3C3A-C621-93D0-6BFE06C23359}"/>
                </a:ext>
              </a:extLst>
            </p:cNvPr>
            <p:cNvSpPr/>
            <p:nvPr/>
          </p:nvSpPr>
          <p:spPr>
            <a:xfrm>
              <a:off x="656640" y="2897640"/>
              <a:ext cx="26640" cy="37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863" h="1225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1309;p34">
              <a:extLst>
                <a:ext uri="{FF2B5EF4-FFF2-40B4-BE49-F238E27FC236}">
                  <a16:creationId xmlns:a16="http://schemas.microsoft.com/office/drawing/2014/main" id="{1A975B14-FE2C-275D-AA87-0DD798AF89E6}"/>
                </a:ext>
              </a:extLst>
            </p:cNvPr>
            <p:cNvSpPr/>
            <p:nvPr/>
          </p:nvSpPr>
          <p:spPr>
            <a:xfrm>
              <a:off x="784800" y="2598840"/>
              <a:ext cx="69840" cy="100800"/>
            </a:xfrm>
            <a:custGeom>
              <a:avLst/>
              <a:gdLst>
                <a:gd name="textAreaLeft" fmla="*/ 0 w 69840"/>
                <a:gd name="textAreaRight" fmla="*/ 70200 w 6984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2250" h="3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1310;p34">
              <a:extLst>
                <a:ext uri="{FF2B5EF4-FFF2-40B4-BE49-F238E27FC236}">
                  <a16:creationId xmlns:a16="http://schemas.microsoft.com/office/drawing/2014/main" id="{03B82B12-012B-64D0-A709-4F521D15E443}"/>
                </a:ext>
              </a:extLst>
            </p:cNvPr>
            <p:cNvSpPr/>
            <p:nvPr/>
          </p:nvSpPr>
          <p:spPr>
            <a:xfrm>
              <a:off x="721080" y="2884320"/>
              <a:ext cx="18720" cy="38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13" h="1238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1311;p34">
              <a:extLst>
                <a:ext uri="{FF2B5EF4-FFF2-40B4-BE49-F238E27FC236}">
                  <a16:creationId xmlns:a16="http://schemas.microsoft.com/office/drawing/2014/main" id="{5AE5736B-3675-DD1F-AFF2-D3A2A33A885B}"/>
                </a:ext>
              </a:extLst>
            </p:cNvPr>
            <p:cNvSpPr/>
            <p:nvPr/>
          </p:nvSpPr>
          <p:spPr>
            <a:xfrm>
              <a:off x="720360" y="2883960"/>
              <a:ext cx="27000" cy="4248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876" h="13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1312;p34">
              <a:extLst>
                <a:ext uri="{FF2B5EF4-FFF2-40B4-BE49-F238E27FC236}">
                  <a16:creationId xmlns:a16="http://schemas.microsoft.com/office/drawing/2014/main" id="{F2EA72C7-80C4-84B2-1B61-EBED3CF0858B}"/>
                </a:ext>
              </a:extLst>
            </p:cNvPr>
            <p:cNvSpPr/>
            <p:nvPr/>
          </p:nvSpPr>
          <p:spPr>
            <a:xfrm>
              <a:off x="669600" y="3178440"/>
              <a:ext cx="74520" cy="164160"/>
            </a:xfrm>
            <a:custGeom>
              <a:avLst/>
              <a:gdLst>
                <a:gd name="textAreaLeft" fmla="*/ 0 w 74520"/>
                <a:gd name="textAreaRight" fmla="*/ 74880 w 7452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401" h="5287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313;p34">
              <a:extLst>
                <a:ext uri="{FF2B5EF4-FFF2-40B4-BE49-F238E27FC236}">
                  <a16:creationId xmlns:a16="http://schemas.microsoft.com/office/drawing/2014/main" id="{5F48AFA7-AE68-9B56-F000-274186DDC609}"/>
                </a:ext>
              </a:extLst>
            </p:cNvPr>
            <p:cNvSpPr/>
            <p:nvPr/>
          </p:nvSpPr>
          <p:spPr>
            <a:xfrm>
              <a:off x="709920" y="3258000"/>
              <a:ext cx="80640" cy="7632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6320"/>
                <a:gd name="textAreaBottom" fmla="*/ 76680 h 76320"/>
              </a:gdLst>
              <a:ahLst/>
              <a:cxnLst/>
              <a:rect l="textAreaLeft" t="textAreaTop" r="textAreaRight" b="textAreaBottom"/>
              <a:pathLst>
                <a:path w="2600" h="2463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1314;p34">
              <a:extLst>
                <a:ext uri="{FF2B5EF4-FFF2-40B4-BE49-F238E27FC236}">
                  <a16:creationId xmlns:a16="http://schemas.microsoft.com/office/drawing/2014/main" id="{9E2B3E8C-7762-5034-1BB0-F0166D5495A9}"/>
                </a:ext>
              </a:extLst>
            </p:cNvPr>
            <p:cNvSpPr/>
            <p:nvPr/>
          </p:nvSpPr>
          <p:spPr>
            <a:xfrm>
              <a:off x="719280" y="3245400"/>
              <a:ext cx="57600" cy="44280"/>
            </a:xfrm>
            <a:custGeom>
              <a:avLst/>
              <a:gdLst>
                <a:gd name="textAreaLeft" fmla="*/ 0 w 57600"/>
                <a:gd name="textAreaRight" fmla="*/ 57960 w 5760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863" h="1438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1315;p34">
              <a:extLst>
                <a:ext uri="{FF2B5EF4-FFF2-40B4-BE49-F238E27FC236}">
                  <a16:creationId xmlns:a16="http://schemas.microsoft.com/office/drawing/2014/main" id="{2F5B8964-4954-3C24-A8ED-A40DF991FE6F}"/>
                </a:ext>
              </a:extLst>
            </p:cNvPr>
            <p:cNvSpPr/>
            <p:nvPr/>
          </p:nvSpPr>
          <p:spPr>
            <a:xfrm>
              <a:off x="723960" y="3283200"/>
              <a:ext cx="38160" cy="2124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1240"/>
                <a:gd name="textAreaBottom" fmla="*/ 21600 h 21240"/>
              </a:gdLst>
              <a:ahLst/>
              <a:cxnLst/>
              <a:rect l="textAreaLeft" t="textAreaTop" r="textAreaRight" b="textAreaBottom"/>
              <a:pathLst>
                <a:path w="1238" h="689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1316;p34">
              <a:extLst>
                <a:ext uri="{FF2B5EF4-FFF2-40B4-BE49-F238E27FC236}">
                  <a16:creationId xmlns:a16="http://schemas.microsoft.com/office/drawing/2014/main" id="{7CC6AC83-8340-2E28-048C-1F2D1821F8AF}"/>
                </a:ext>
              </a:extLst>
            </p:cNvPr>
            <p:cNvSpPr/>
            <p:nvPr/>
          </p:nvSpPr>
          <p:spPr>
            <a:xfrm>
              <a:off x="711000" y="2929680"/>
              <a:ext cx="89280" cy="6840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2875" h="2213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1317;p34">
              <a:extLst>
                <a:ext uri="{FF2B5EF4-FFF2-40B4-BE49-F238E27FC236}">
                  <a16:creationId xmlns:a16="http://schemas.microsoft.com/office/drawing/2014/main" id="{DA3208CE-D5E4-7070-8D07-7137982C435D}"/>
                </a:ext>
              </a:extLst>
            </p:cNvPr>
            <p:cNvSpPr/>
            <p:nvPr/>
          </p:nvSpPr>
          <p:spPr>
            <a:xfrm>
              <a:off x="702000" y="2433600"/>
              <a:ext cx="129960" cy="138600"/>
            </a:xfrm>
            <a:custGeom>
              <a:avLst/>
              <a:gdLst>
                <a:gd name="textAreaLeft" fmla="*/ 0 w 129960"/>
                <a:gd name="textAreaRight" fmla="*/ 130320 w 129960"/>
                <a:gd name="textAreaTop" fmla="*/ 0 h 138600"/>
                <a:gd name="textAreaBottom" fmla="*/ 138960 h 138600"/>
              </a:gdLst>
              <a:ahLst/>
              <a:cxnLst/>
              <a:rect l="textAreaLeft" t="textAreaTop" r="textAreaRight" b="textAreaBottom"/>
              <a:pathLst>
                <a:path w="4187" h="4462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9480" bIns="69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318;p34">
              <a:extLst>
                <a:ext uri="{FF2B5EF4-FFF2-40B4-BE49-F238E27FC236}">
                  <a16:creationId xmlns:a16="http://schemas.microsoft.com/office/drawing/2014/main" id="{5B4894F9-1609-A33D-B19F-07F802702CC0}"/>
                </a:ext>
              </a:extLst>
            </p:cNvPr>
            <p:cNvSpPr/>
            <p:nvPr/>
          </p:nvSpPr>
          <p:spPr>
            <a:xfrm>
              <a:off x="618480" y="2111760"/>
              <a:ext cx="182520" cy="327600"/>
            </a:xfrm>
            <a:custGeom>
              <a:avLst/>
              <a:gdLst>
                <a:gd name="textAreaLeft" fmla="*/ 0 w 182520"/>
                <a:gd name="textAreaRight" fmla="*/ 182880 w 18252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5874" h="10536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319;p34">
              <a:extLst>
                <a:ext uri="{FF2B5EF4-FFF2-40B4-BE49-F238E27FC236}">
                  <a16:creationId xmlns:a16="http://schemas.microsoft.com/office/drawing/2014/main" id="{775DB553-76EA-55A3-97F1-17B01AB499B0}"/>
                </a:ext>
              </a:extLst>
            </p:cNvPr>
            <p:cNvSpPr/>
            <p:nvPr/>
          </p:nvSpPr>
          <p:spPr>
            <a:xfrm>
              <a:off x="667440" y="20707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3388" h="4037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2640" bIns="62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320;p34">
              <a:extLst>
                <a:ext uri="{FF2B5EF4-FFF2-40B4-BE49-F238E27FC236}">
                  <a16:creationId xmlns:a16="http://schemas.microsoft.com/office/drawing/2014/main" id="{A14B79DC-5534-7C74-0B3D-9343635BBCD7}"/>
                </a:ext>
              </a:extLst>
            </p:cNvPr>
            <p:cNvSpPr/>
            <p:nvPr/>
          </p:nvSpPr>
          <p:spPr>
            <a:xfrm>
              <a:off x="735480" y="1993320"/>
              <a:ext cx="16920" cy="6840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551" h="2213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1321;p34">
              <a:extLst>
                <a:ext uri="{FF2B5EF4-FFF2-40B4-BE49-F238E27FC236}">
                  <a16:creationId xmlns:a16="http://schemas.microsoft.com/office/drawing/2014/main" id="{DF4993A7-995D-060F-6340-D94DA7860E94}"/>
                </a:ext>
              </a:extLst>
            </p:cNvPr>
            <p:cNvSpPr/>
            <p:nvPr/>
          </p:nvSpPr>
          <p:spPr>
            <a:xfrm>
              <a:off x="697320" y="2299320"/>
              <a:ext cx="120240" cy="10116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101160"/>
                <a:gd name="textAreaBottom" fmla="*/ 101520 h 101160"/>
              </a:gdLst>
              <a:ahLst/>
              <a:cxnLst/>
              <a:rect l="textAreaLeft" t="textAreaTop" r="textAreaRight" b="textAreaBottom"/>
              <a:pathLst>
                <a:path w="3875" h="3262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1322;p34">
              <a:extLst>
                <a:ext uri="{FF2B5EF4-FFF2-40B4-BE49-F238E27FC236}">
                  <a16:creationId xmlns:a16="http://schemas.microsoft.com/office/drawing/2014/main" id="{C9260BA8-9CF9-2540-6075-2DF4F08B9F67}"/>
                </a:ext>
              </a:extLst>
            </p:cNvPr>
            <p:cNvSpPr/>
            <p:nvPr/>
          </p:nvSpPr>
          <p:spPr>
            <a:xfrm>
              <a:off x="732960" y="2390040"/>
              <a:ext cx="137520" cy="28080"/>
            </a:xfrm>
            <a:custGeom>
              <a:avLst/>
              <a:gdLst>
                <a:gd name="textAreaLeft" fmla="*/ 0 w 137520"/>
                <a:gd name="textAreaRight" fmla="*/ 137880 w 137520"/>
                <a:gd name="textAreaTop" fmla="*/ 0 h 28080"/>
                <a:gd name="textAreaBottom" fmla="*/ 28440 h 28080"/>
              </a:gdLst>
              <a:ahLst/>
              <a:cxnLst/>
              <a:rect l="textAreaLeft" t="textAreaTop" r="textAreaRight" b="textAreaBottom"/>
              <a:pathLst>
                <a:path w="4425" h="914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040" bIns="14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1323;p34">
              <a:extLst>
                <a:ext uri="{FF2B5EF4-FFF2-40B4-BE49-F238E27FC236}">
                  <a16:creationId xmlns:a16="http://schemas.microsoft.com/office/drawing/2014/main" id="{85FF3C1E-5F3C-F933-EA3E-E4FB694BD172}"/>
                </a:ext>
              </a:extLst>
            </p:cNvPr>
            <p:cNvSpPr/>
            <p:nvPr/>
          </p:nvSpPr>
          <p:spPr>
            <a:xfrm>
              <a:off x="869760" y="2390400"/>
              <a:ext cx="14760" cy="14400"/>
            </a:xfrm>
            <a:custGeom>
              <a:avLst/>
              <a:gdLst>
                <a:gd name="textAreaLeft" fmla="*/ 0 w 14760"/>
                <a:gd name="textAreaRight" fmla="*/ 15120 w 14760"/>
                <a:gd name="textAreaTop" fmla="*/ 0 h 14400"/>
                <a:gd name="textAreaBottom" fmla="*/ 14760 h 14400"/>
              </a:gdLst>
              <a:ahLst/>
              <a:cxnLst/>
              <a:rect l="textAreaLeft" t="textAreaTop" r="textAreaRight" b="textAreaBottom"/>
              <a:pathLst>
                <a:path w="488" h="476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" bIns="7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1324;p34">
              <a:extLst>
                <a:ext uri="{FF2B5EF4-FFF2-40B4-BE49-F238E27FC236}">
                  <a16:creationId xmlns:a16="http://schemas.microsoft.com/office/drawing/2014/main" id="{B65B40C7-E95A-DC9E-7DE0-45F7D7A829B0}"/>
                </a:ext>
              </a:extLst>
            </p:cNvPr>
            <p:cNvSpPr/>
            <p:nvPr/>
          </p:nvSpPr>
          <p:spPr>
            <a:xfrm>
              <a:off x="866160" y="2382480"/>
              <a:ext cx="21240" cy="27360"/>
            </a:xfrm>
            <a:custGeom>
              <a:avLst/>
              <a:gdLst>
                <a:gd name="textAreaLeft" fmla="*/ 0 w 21240"/>
                <a:gd name="textAreaRight" fmla="*/ 21600 w 21240"/>
                <a:gd name="textAreaTop" fmla="*/ 0 h 27360"/>
                <a:gd name="textAreaBottom" fmla="*/ 27720 h 27360"/>
              </a:gdLst>
              <a:ahLst/>
              <a:cxnLst/>
              <a:rect l="textAreaLeft" t="textAreaTop" r="textAreaRight" b="textAreaBottom"/>
              <a:pathLst>
                <a:path w="689" h="888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680" bIns="13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1325;p34">
              <a:extLst>
                <a:ext uri="{FF2B5EF4-FFF2-40B4-BE49-F238E27FC236}">
                  <a16:creationId xmlns:a16="http://schemas.microsoft.com/office/drawing/2014/main" id="{67ACBDF6-175D-D2E8-F633-C7BAC6D33DB5}"/>
                </a:ext>
              </a:extLst>
            </p:cNvPr>
            <p:cNvSpPr/>
            <p:nvPr/>
          </p:nvSpPr>
          <p:spPr>
            <a:xfrm>
              <a:off x="660600" y="2105640"/>
              <a:ext cx="3600" cy="3600"/>
            </a:xfrm>
            <a:custGeom>
              <a:avLst/>
              <a:gdLst>
                <a:gd name="textAreaLeft" fmla="*/ 0 w 3600"/>
                <a:gd name="textAreaRight" fmla="*/ 3960 w 3600"/>
                <a:gd name="textAreaTop" fmla="*/ 0 h 3600"/>
                <a:gd name="textAreaBottom" fmla="*/ 3960 h 3600"/>
              </a:gdLst>
              <a:ahLst/>
              <a:cxnLst/>
              <a:rect l="textAreaLeft" t="textAreaTop" r="textAreaRight" b="textAreaBottom"/>
              <a:pathLst>
                <a:path w="126" h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" bIns="1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1326;p34">
              <a:extLst>
                <a:ext uri="{FF2B5EF4-FFF2-40B4-BE49-F238E27FC236}">
                  <a16:creationId xmlns:a16="http://schemas.microsoft.com/office/drawing/2014/main" id="{8BCAF1BD-709E-34A2-DBF1-DF2EE0BBAE46}"/>
                </a:ext>
              </a:extLst>
            </p:cNvPr>
            <p:cNvSpPr/>
            <p:nvPr/>
          </p:nvSpPr>
          <p:spPr>
            <a:xfrm>
              <a:off x="714960" y="1944360"/>
              <a:ext cx="21600" cy="522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01" h="1688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1327;p34">
              <a:extLst>
                <a:ext uri="{FF2B5EF4-FFF2-40B4-BE49-F238E27FC236}">
                  <a16:creationId xmlns:a16="http://schemas.microsoft.com/office/drawing/2014/main" id="{6495CDCB-86A6-1D70-B1BC-14665A2D9351}"/>
                </a:ext>
              </a:extLst>
            </p:cNvPr>
            <p:cNvSpPr/>
            <p:nvPr/>
          </p:nvSpPr>
          <p:spPr>
            <a:xfrm>
              <a:off x="717840" y="1944000"/>
              <a:ext cx="24120" cy="5220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52200"/>
                <a:gd name="textAreaBottom" fmla="*/ 52560 h 52200"/>
              </a:gdLst>
              <a:ahLst/>
              <a:cxnLst/>
              <a:rect l="textAreaLeft" t="textAreaTop" r="textAreaRight" b="textAreaBottom"/>
              <a:pathLst>
                <a:path w="788" h="16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6280" bIns="26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1328;p34">
              <a:extLst>
                <a:ext uri="{FF2B5EF4-FFF2-40B4-BE49-F238E27FC236}">
                  <a16:creationId xmlns:a16="http://schemas.microsoft.com/office/drawing/2014/main" id="{AB0FD969-0CFA-61BC-5633-E2A87C084B4C}"/>
                </a:ext>
              </a:extLst>
            </p:cNvPr>
            <p:cNvSpPr/>
            <p:nvPr/>
          </p:nvSpPr>
          <p:spPr>
            <a:xfrm>
              <a:off x="747360" y="2030040"/>
              <a:ext cx="37080" cy="41040"/>
            </a:xfrm>
            <a:custGeom>
              <a:avLst/>
              <a:gdLst>
                <a:gd name="textAreaLeft" fmla="*/ 0 w 37080"/>
                <a:gd name="textAreaRight" fmla="*/ 37440 w 37080"/>
                <a:gd name="textAreaTop" fmla="*/ 0 h 41040"/>
                <a:gd name="textAreaBottom" fmla="*/ 41400 h 41040"/>
              </a:gdLst>
              <a:ahLst/>
              <a:cxnLst/>
              <a:rect l="textAreaLeft" t="textAreaTop" r="textAreaRight" b="textAreaBottom"/>
              <a:pathLst>
                <a:path w="1200" h="1326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1329;p34">
              <a:extLst>
                <a:ext uri="{FF2B5EF4-FFF2-40B4-BE49-F238E27FC236}">
                  <a16:creationId xmlns:a16="http://schemas.microsoft.com/office/drawing/2014/main" id="{1CEA367C-047B-443E-A994-8360E45F589E}"/>
                </a:ext>
              </a:extLst>
            </p:cNvPr>
            <p:cNvSpPr/>
            <p:nvPr/>
          </p:nvSpPr>
          <p:spPr>
            <a:xfrm>
              <a:off x="748080" y="2029680"/>
              <a:ext cx="36000" cy="414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1163" h="1339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1330;p34">
              <a:extLst>
                <a:ext uri="{FF2B5EF4-FFF2-40B4-BE49-F238E27FC236}">
                  <a16:creationId xmlns:a16="http://schemas.microsoft.com/office/drawing/2014/main" id="{947508FE-0A64-38E8-06A0-5ABD5970378D}"/>
                </a:ext>
              </a:extLst>
            </p:cNvPr>
            <p:cNvSpPr/>
            <p:nvPr/>
          </p:nvSpPr>
          <p:spPr>
            <a:xfrm>
              <a:off x="757080" y="2406960"/>
              <a:ext cx="107640" cy="47520"/>
            </a:xfrm>
            <a:custGeom>
              <a:avLst/>
              <a:gdLst>
                <a:gd name="textAreaLeft" fmla="*/ 0 w 107640"/>
                <a:gd name="textAreaRight" fmla="*/ 108000 w 107640"/>
                <a:gd name="textAreaTop" fmla="*/ 0 h 47520"/>
                <a:gd name="textAreaBottom" fmla="*/ 47880 h 47520"/>
              </a:gdLst>
              <a:ahLst/>
              <a:cxnLst/>
              <a:rect l="textAreaLeft" t="textAreaTop" r="textAreaRight" b="textAreaBottom"/>
              <a:pathLst>
                <a:path w="3475" h="1538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760" bIns="23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1331;p34">
              <a:extLst>
                <a:ext uri="{FF2B5EF4-FFF2-40B4-BE49-F238E27FC236}">
                  <a16:creationId xmlns:a16="http://schemas.microsoft.com/office/drawing/2014/main" id="{CC96D2DF-3114-ADA4-0098-A6810AAAD902}"/>
                </a:ext>
              </a:extLst>
            </p:cNvPr>
            <p:cNvSpPr/>
            <p:nvPr/>
          </p:nvSpPr>
          <p:spPr>
            <a:xfrm>
              <a:off x="862200" y="2445480"/>
              <a:ext cx="20160" cy="2196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21960"/>
                <a:gd name="textAreaBottom" fmla="*/ 22320 h 21960"/>
              </a:gdLst>
              <a:ahLst/>
              <a:cxnLst/>
              <a:rect l="textAreaLeft" t="textAreaTop" r="textAreaRight" b="textAreaBottom"/>
              <a:pathLst>
                <a:path w="664" h="71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160" bIns="11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1332;p34">
              <a:extLst>
                <a:ext uri="{FF2B5EF4-FFF2-40B4-BE49-F238E27FC236}">
                  <a16:creationId xmlns:a16="http://schemas.microsoft.com/office/drawing/2014/main" id="{89CC43D4-AC79-CE6E-A345-82BE8CB6817D}"/>
                </a:ext>
              </a:extLst>
            </p:cNvPr>
            <p:cNvSpPr/>
            <p:nvPr/>
          </p:nvSpPr>
          <p:spPr>
            <a:xfrm>
              <a:off x="742680" y="2360520"/>
              <a:ext cx="101880" cy="37800"/>
            </a:xfrm>
            <a:custGeom>
              <a:avLst/>
              <a:gdLst>
                <a:gd name="textAreaLeft" fmla="*/ 0 w 101880"/>
                <a:gd name="textAreaRight" fmla="*/ 102240 w 10188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3287" h="1225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333;p34">
              <a:extLst>
                <a:ext uri="{FF2B5EF4-FFF2-40B4-BE49-F238E27FC236}">
                  <a16:creationId xmlns:a16="http://schemas.microsoft.com/office/drawing/2014/main" id="{9C0F13A0-7689-F95A-A66D-64D500F05008}"/>
                </a:ext>
              </a:extLst>
            </p:cNvPr>
            <p:cNvSpPr/>
            <p:nvPr/>
          </p:nvSpPr>
          <p:spPr>
            <a:xfrm>
              <a:off x="838440" y="2348640"/>
              <a:ext cx="18360" cy="15480"/>
            </a:xfrm>
            <a:custGeom>
              <a:avLst/>
              <a:gdLst>
                <a:gd name="textAreaLeft" fmla="*/ 0 w 18360"/>
                <a:gd name="textAreaRight" fmla="*/ 18720 w 18360"/>
                <a:gd name="textAreaTop" fmla="*/ 0 h 15480"/>
                <a:gd name="textAreaBottom" fmla="*/ 15840 h 15480"/>
              </a:gdLst>
              <a:ahLst/>
              <a:cxnLst/>
              <a:rect l="textAreaLeft" t="textAreaTop" r="textAreaRight" b="textAreaBottom"/>
              <a:pathLst>
                <a:path w="601" h="513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334;p34">
              <a:extLst>
                <a:ext uri="{FF2B5EF4-FFF2-40B4-BE49-F238E27FC236}">
                  <a16:creationId xmlns:a16="http://schemas.microsoft.com/office/drawing/2014/main" id="{5BB674C6-995A-1F4F-E363-A26F75BD5F69}"/>
                </a:ext>
              </a:extLst>
            </p:cNvPr>
            <p:cNvSpPr/>
            <p:nvPr/>
          </p:nvSpPr>
          <p:spPr>
            <a:xfrm>
              <a:off x="639000" y="1849320"/>
              <a:ext cx="74880" cy="295200"/>
            </a:xfrm>
            <a:custGeom>
              <a:avLst/>
              <a:gdLst>
                <a:gd name="textAreaLeft" fmla="*/ 0 w 74880"/>
                <a:gd name="textAreaRight" fmla="*/ 75240 w 74880"/>
                <a:gd name="textAreaTop" fmla="*/ 0 h 295200"/>
                <a:gd name="textAreaBottom" fmla="*/ 295560 h 295200"/>
              </a:gdLst>
              <a:ahLst/>
              <a:cxnLst/>
              <a:rect l="textAreaLeft" t="textAreaTop" r="textAreaRight" b="textAreaBottom"/>
              <a:pathLst>
                <a:path w="2413" h="9498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1335;p34">
              <a:extLst>
                <a:ext uri="{FF2B5EF4-FFF2-40B4-BE49-F238E27FC236}">
                  <a16:creationId xmlns:a16="http://schemas.microsoft.com/office/drawing/2014/main" id="{E85E8C64-348B-8E53-C9B0-9C10A737F6D2}"/>
                </a:ext>
              </a:extLst>
            </p:cNvPr>
            <p:cNvSpPr/>
            <p:nvPr/>
          </p:nvSpPr>
          <p:spPr>
            <a:xfrm>
              <a:off x="707400" y="2453040"/>
              <a:ext cx="61200" cy="39240"/>
            </a:xfrm>
            <a:custGeom>
              <a:avLst/>
              <a:gdLst>
                <a:gd name="textAreaLeft" fmla="*/ 0 w 61200"/>
                <a:gd name="textAreaRight" fmla="*/ 61560 w 61200"/>
                <a:gd name="textAreaTop" fmla="*/ 0 h 39240"/>
                <a:gd name="textAreaBottom" fmla="*/ 39600 h 39240"/>
              </a:gdLst>
              <a:ahLst/>
              <a:cxnLst/>
              <a:rect l="textAreaLeft" t="textAreaTop" r="textAreaRight" b="textAreaBottom"/>
              <a:pathLst>
                <a:path w="1975" h="12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800" bIns="19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1336;p34">
              <a:extLst>
                <a:ext uri="{FF2B5EF4-FFF2-40B4-BE49-F238E27FC236}">
                  <a16:creationId xmlns:a16="http://schemas.microsoft.com/office/drawing/2014/main" id="{CA26930D-ADF7-641E-7483-E3AE664D8E87}"/>
                </a:ext>
              </a:extLst>
            </p:cNvPr>
            <p:cNvSpPr/>
            <p:nvPr/>
          </p:nvSpPr>
          <p:spPr>
            <a:xfrm>
              <a:off x="675720" y="2147760"/>
              <a:ext cx="38880" cy="774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77400"/>
                <a:gd name="textAreaBottom" fmla="*/ 77760 h 77400"/>
              </a:gdLst>
              <a:ahLst/>
              <a:cxnLst/>
              <a:rect l="textAreaLeft" t="textAreaTop" r="textAreaRight" b="textAreaBottom"/>
              <a:pathLst>
                <a:path w="1264" h="2500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880" bIns="38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337;p34">
              <a:extLst>
                <a:ext uri="{FF2B5EF4-FFF2-40B4-BE49-F238E27FC236}">
                  <a16:creationId xmlns:a16="http://schemas.microsoft.com/office/drawing/2014/main" id="{07948841-0AA3-1485-EB2E-AA05EB0AB414}"/>
                </a:ext>
              </a:extLst>
            </p:cNvPr>
            <p:cNvSpPr/>
            <p:nvPr/>
          </p:nvSpPr>
          <p:spPr>
            <a:xfrm>
              <a:off x="656640" y="2188800"/>
              <a:ext cx="26640" cy="37800"/>
            </a:xfrm>
            <a:custGeom>
              <a:avLst/>
              <a:gdLst>
                <a:gd name="textAreaLeft" fmla="*/ 0 w 26640"/>
                <a:gd name="textAreaRight" fmla="*/ 27000 w 26640"/>
                <a:gd name="textAreaTop" fmla="*/ 0 h 37800"/>
                <a:gd name="textAreaBottom" fmla="*/ 38160 h 37800"/>
              </a:gdLst>
              <a:ahLst/>
              <a:cxnLst/>
              <a:rect l="textAreaLeft" t="textAreaTop" r="textAreaRight" b="textAreaBottom"/>
              <a:pathLst>
                <a:path w="863" h="1225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338;p34">
              <a:extLst>
                <a:ext uri="{FF2B5EF4-FFF2-40B4-BE49-F238E27FC236}">
                  <a16:creationId xmlns:a16="http://schemas.microsoft.com/office/drawing/2014/main" id="{B2977492-189F-B00C-C9F6-19B00767875B}"/>
                </a:ext>
              </a:extLst>
            </p:cNvPr>
            <p:cNvSpPr/>
            <p:nvPr/>
          </p:nvSpPr>
          <p:spPr>
            <a:xfrm>
              <a:off x="784440" y="2424600"/>
              <a:ext cx="70200" cy="1008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100800"/>
                <a:gd name="textAreaBottom" fmla="*/ 101160 h 100800"/>
              </a:gdLst>
              <a:ahLst/>
              <a:cxnLst/>
              <a:rect l="textAreaLeft" t="textAreaTop" r="textAreaRight" b="textAreaBottom"/>
              <a:pathLst>
                <a:path w="2263" h="3250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0" bIns="50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1339;p34">
              <a:extLst>
                <a:ext uri="{FF2B5EF4-FFF2-40B4-BE49-F238E27FC236}">
                  <a16:creationId xmlns:a16="http://schemas.microsoft.com/office/drawing/2014/main" id="{18B21A58-AAE8-F2B9-8B9C-29C2F0A61396}"/>
                </a:ext>
              </a:extLst>
            </p:cNvPr>
            <p:cNvSpPr/>
            <p:nvPr/>
          </p:nvSpPr>
          <p:spPr>
            <a:xfrm>
              <a:off x="720720" y="2201760"/>
              <a:ext cx="18720" cy="3816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613" h="1238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1340;p34">
              <a:extLst>
                <a:ext uri="{FF2B5EF4-FFF2-40B4-BE49-F238E27FC236}">
                  <a16:creationId xmlns:a16="http://schemas.microsoft.com/office/drawing/2014/main" id="{58475ADD-F8BB-A38D-ACC1-149A4EFA5284}"/>
                </a:ext>
              </a:extLst>
            </p:cNvPr>
            <p:cNvSpPr/>
            <p:nvPr/>
          </p:nvSpPr>
          <p:spPr>
            <a:xfrm>
              <a:off x="720360" y="2197800"/>
              <a:ext cx="27000" cy="42480"/>
            </a:xfrm>
            <a:custGeom>
              <a:avLst/>
              <a:gdLst>
                <a:gd name="textAreaLeft" fmla="*/ 0 w 27000"/>
                <a:gd name="textAreaRight" fmla="*/ 27360 w 27000"/>
                <a:gd name="textAreaTop" fmla="*/ 0 h 42480"/>
                <a:gd name="textAreaBottom" fmla="*/ 42840 h 42480"/>
              </a:gdLst>
              <a:ahLst/>
              <a:cxnLst/>
              <a:rect l="textAreaLeft" t="textAreaTop" r="textAreaRight" b="textAreaBottom"/>
              <a:pathLst>
                <a:path w="876" h="13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1341;p34">
              <a:extLst>
                <a:ext uri="{FF2B5EF4-FFF2-40B4-BE49-F238E27FC236}">
                  <a16:creationId xmlns:a16="http://schemas.microsoft.com/office/drawing/2014/main" id="{CF6F0C5F-B583-4A25-92EE-093229DB6471}"/>
                </a:ext>
              </a:extLst>
            </p:cNvPr>
            <p:cNvSpPr/>
            <p:nvPr/>
          </p:nvSpPr>
          <p:spPr>
            <a:xfrm>
              <a:off x="669600" y="1781640"/>
              <a:ext cx="73800" cy="16416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64160"/>
                <a:gd name="textAreaBottom" fmla="*/ 164520 h 164160"/>
              </a:gdLst>
              <a:ahLst/>
              <a:cxnLst/>
              <a:rect l="textAreaLeft" t="textAreaTop" r="textAreaRight" b="textAreaBottom"/>
              <a:pathLst>
                <a:path w="2388" h="5287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080" bIns="82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1342;p34">
              <a:extLst>
                <a:ext uri="{FF2B5EF4-FFF2-40B4-BE49-F238E27FC236}">
                  <a16:creationId xmlns:a16="http://schemas.microsoft.com/office/drawing/2014/main" id="{EBEF950E-3C12-A356-57F0-73BF77CA6F95}"/>
                </a:ext>
              </a:extLst>
            </p:cNvPr>
            <p:cNvSpPr/>
            <p:nvPr/>
          </p:nvSpPr>
          <p:spPr>
            <a:xfrm>
              <a:off x="709920" y="1790280"/>
              <a:ext cx="80640" cy="75960"/>
            </a:xfrm>
            <a:custGeom>
              <a:avLst/>
              <a:gdLst>
                <a:gd name="textAreaLeft" fmla="*/ 0 w 80640"/>
                <a:gd name="textAreaRight" fmla="*/ 81000 w 80640"/>
                <a:gd name="textAreaTop" fmla="*/ 0 h 75960"/>
                <a:gd name="textAreaBottom" fmla="*/ 76320 h 75960"/>
              </a:gdLst>
              <a:ahLst/>
              <a:cxnLst/>
              <a:rect l="textAreaLeft" t="textAreaTop" r="textAreaRight" b="textAreaBottom"/>
              <a:pathLst>
                <a:path w="2600" h="2451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8160" bIns="38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1343;p34">
              <a:extLst>
                <a:ext uri="{FF2B5EF4-FFF2-40B4-BE49-F238E27FC236}">
                  <a16:creationId xmlns:a16="http://schemas.microsoft.com/office/drawing/2014/main" id="{8CA531AD-92BA-54AC-5D9A-8FD8E387A0FC}"/>
                </a:ext>
              </a:extLst>
            </p:cNvPr>
            <p:cNvSpPr/>
            <p:nvPr/>
          </p:nvSpPr>
          <p:spPr>
            <a:xfrm>
              <a:off x="719280" y="1833840"/>
              <a:ext cx="57960" cy="44280"/>
            </a:xfrm>
            <a:custGeom>
              <a:avLst/>
              <a:gdLst>
                <a:gd name="textAreaLeft" fmla="*/ 0 w 57960"/>
                <a:gd name="textAreaRight" fmla="*/ 58320 w 57960"/>
                <a:gd name="textAreaTop" fmla="*/ 0 h 44280"/>
                <a:gd name="textAreaBottom" fmla="*/ 44640 h 44280"/>
              </a:gdLst>
              <a:ahLst/>
              <a:cxnLst/>
              <a:rect l="textAreaLeft" t="textAreaTop" r="textAreaRight" b="textAreaBottom"/>
              <a:pathLst>
                <a:path w="1876" h="1438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2320" bIns="22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1344;p34">
              <a:extLst>
                <a:ext uri="{FF2B5EF4-FFF2-40B4-BE49-F238E27FC236}">
                  <a16:creationId xmlns:a16="http://schemas.microsoft.com/office/drawing/2014/main" id="{E311DEC1-C4F7-C3AA-8A11-B6E3CC29B7FC}"/>
                </a:ext>
              </a:extLst>
            </p:cNvPr>
            <p:cNvSpPr/>
            <p:nvPr/>
          </p:nvSpPr>
          <p:spPr>
            <a:xfrm>
              <a:off x="723960" y="1819440"/>
              <a:ext cx="38160" cy="21600"/>
            </a:xfrm>
            <a:custGeom>
              <a:avLst/>
              <a:gdLst>
                <a:gd name="textAreaLeft" fmla="*/ 0 w 38160"/>
                <a:gd name="textAreaRight" fmla="*/ 38520 w 3816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1238" h="700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5" name="Google Shape;1345;p34">
              <a:extLst>
                <a:ext uri="{FF2B5EF4-FFF2-40B4-BE49-F238E27FC236}">
                  <a16:creationId xmlns:a16="http://schemas.microsoft.com/office/drawing/2014/main" id="{ACE9372E-49C2-5AD8-B2D9-C172A23E6E12}"/>
                </a:ext>
              </a:extLst>
            </p:cNvPr>
            <p:cNvSpPr/>
            <p:nvPr/>
          </p:nvSpPr>
          <p:spPr>
            <a:xfrm>
              <a:off x="711360" y="2125800"/>
              <a:ext cx="88560" cy="6840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2862" h="2213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6" name="Google Shape;1346;p34">
              <a:extLst>
                <a:ext uri="{FF2B5EF4-FFF2-40B4-BE49-F238E27FC236}">
                  <a16:creationId xmlns:a16="http://schemas.microsoft.com/office/drawing/2014/main" id="{9BECBAD9-D303-6881-E3BC-BDCC6571DD18}"/>
                </a:ext>
              </a:extLst>
            </p:cNvPr>
            <p:cNvSpPr/>
            <p:nvPr/>
          </p:nvSpPr>
          <p:spPr>
            <a:xfrm>
              <a:off x="807120" y="2567160"/>
              <a:ext cx="18720" cy="24480"/>
            </a:xfrm>
            <a:custGeom>
              <a:avLst/>
              <a:gdLst>
                <a:gd name="textAreaLeft" fmla="*/ 0 w 18720"/>
                <a:gd name="textAreaRight" fmla="*/ 19080 w 18720"/>
                <a:gd name="textAreaTop" fmla="*/ 0 h 24480"/>
                <a:gd name="textAreaBottom" fmla="*/ 24840 h 24480"/>
              </a:gdLst>
              <a:ahLst/>
              <a:cxnLst/>
              <a:rect l="textAreaLeft" t="textAreaTop" r="textAreaRight" b="textAreaBottom"/>
              <a:pathLst>
                <a:path w="613" h="801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7" name="Google Shape;1347;p34">
              <a:extLst>
                <a:ext uri="{FF2B5EF4-FFF2-40B4-BE49-F238E27FC236}">
                  <a16:creationId xmlns:a16="http://schemas.microsoft.com/office/drawing/2014/main" id="{D1DE8C8E-95AF-3958-7103-3CCB3159DC01}"/>
                </a:ext>
              </a:extLst>
            </p:cNvPr>
            <p:cNvSpPr/>
            <p:nvPr/>
          </p:nvSpPr>
          <p:spPr>
            <a:xfrm>
              <a:off x="823320" y="2571480"/>
              <a:ext cx="7200" cy="205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20520"/>
                <a:gd name="textAreaBottom" fmla="*/ 20880 h 20520"/>
              </a:gdLst>
              <a:ahLst/>
              <a:cxnLst/>
              <a:rect l="textAreaLeft" t="textAreaTop" r="textAreaRight" b="textAreaBottom"/>
              <a:pathLst>
                <a:path w="238" h="676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440" bIns="10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8" name="Google Shape;1348;p34">
              <a:extLst>
                <a:ext uri="{FF2B5EF4-FFF2-40B4-BE49-F238E27FC236}">
                  <a16:creationId xmlns:a16="http://schemas.microsoft.com/office/drawing/2014/main" id="{3B5802C1-FBE6-491E-DDD4-07A663DC5D70}"/>
                </a:ext>
              </a:extLst>
            </p:cNvPr>
            <p:cNvSpPr/>
            <p:nvPr/>
          </p:nvSpPr>
          <p:spPr>
            <a:xfrm>
              <a:off x="801000" y="2557440"/>
              <a:ext cx="9000" cy="115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301" h="376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1349;p34">
              <a:extLst>
                <a:ext uri="{FF2B5EF4-FFF2-40B4-BE49-F238E27FC236}">
                  <a16:creationId xmlns:a16="http://schemas.microsoft.com/office/drawing/2014/main" id="{41761371-D913-6C56-6E97-E0C140134DFE}"/>
                </a:ext>
              </a:extLst>
            </p:cNvPr>
            <p:cNvSpPr/>
            <p:nvPr/>
          </p:nvSpPr>
          <p:spPr>
            <a:xfrm>
              <a:off x="808200" y="2535120"/>
              <a:ext cx="19080" cy="2484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4840"/>
                <a:gd name="textAreaBottom" fmla="*/ 25200 h 24840"/>
              </a:gdLst>
              <a:ahLst/>
              <a:cxnLst/>
              <a:rect l="textAreaLeft" t="textAreaTop" r="textAreaRight" b="textAreaBottom"/>
              <a:pathLst>
                <a:path w="626" h="813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600" bIns="12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1350;p34">
              <a:extLst>
                <a:ext uri="{FF2B5EF4-FFF2-40B4-BE49-F238E27FC236}">
                  <a16:creationId xmlns:a16="http://schemas.microsoft.com/office/drawing/2014/main" id="{86E92FFF-EDDA-7527-F562-26618429E4A2}"/>
                </a:ext>
              </a:extLst>
            </p:cNvPr>
            <p:cNvSpPr/>
            <p:nvPr/>
          </p:nvSpPr>
          <p:spPr>
            <a:xfrm>
              <a:off x="820080" y="2535480"/>
              <a:ext cx="12600" cy="29880"/>
            </a:xfrm>
            <a:custGeom>
              <a:avLst/>
              <a:gdLst>
                <a:gd name="textAreaLeft" fmla="*/ 0 w 12600"/>
                <a:gd name="textAreaRight" fmla="*/ 12960 w 12600"/>
                <a:gd name="textAreaTop" fmla="*/ 0 h 29880"/>
                <a:gd name="textAreaBottom" fmla="*/ 30240 h 29880"/>
              </a:gdLst>
              <a:ahLst/>
              <a:cxnLst/>
              <a:rect l="textAreaLeft" t="textAreaTop" r="textAreaRight" b="textAreaBottom"/>
              <a:pathLst>
                <a:path w="413" h="976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5120" bIns="15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1351;p34">
              <a:extLst>
                <a:ext uri="{FF2B5EF4-FFF2-40B4-BE49-F238E27FC236}">
                  <a16:creationId xmlns:a16="http://schemas.microsoft.com/office/drawing/2014/main" id="{10431668-681B-8A99-FB1E-455BE0438390}"/>
                </a:ext>
              </a:extLst>
            </p:cNvPr>
            <p:cNvSpPr/>
            <p:nvPr/>
          </p:nvSpPr>
          <p:spPr>
            <a:xfrm>
              <a:off x="819720" y="2561400"/>
              <a:ext cx="9720" cy="1728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17280"/>
                <a:gd name="textAreaBottom" fmla="*/ 17640 h 17280"/>
              </a:gdLst>
              <a:ahLst/>
              <a:cxnLst/>
              <a:rect l="textAreaLeft" t="textAreaTop" r="textAreaRight" b="textAreaBottom"/>
              <a:pathLst>
                <a:path w="326" h="564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40" bIns="8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1352;p34">
              <a:extLst>
                <a:ext uri="{FF2B5EF4-FFF2-40B4-BE49-F238E27FC236}">
                  <a16:creationId xmlns:a16="http://schemas.microsoft.com/office/drawing/2014/main" id="{507B5501-1D69-0A37-A8EB-90850CADD469}"/>
                </a:ext>
              </a:extLst>
            </p:cNvPr>
            <p:cNvSpPr/>
            <p:nvPr/>
          </p:nvSpPr>
          <p:spPr>
            <a:xfrm>
              <a:off x="831960" y="2554560"/>
              <a:ext cx="15120" cy="17640"/>
            </a:xfrm>
            <a:custGeom>
              <a:avLst/>
              <a:gdLst>
                <a:gd name="textAreaLeft" fmla="*/ 0 w 15120"/>
                <a:gd name="textAreaRight" fmla="*/ 15480 w 15120"/>
                <a:gd name="textAreaTop" fmla="*/ 0 h 17640"/>
                <a:gd name="textAreaBottom" fmla="*/ 18000 h 17640"/>
              </a:gdLst>
              <a:ahLst/>
              <a:cxnLst/>
              <a:rect l="textAreaLeft" t="textAreaTop" r="textAreaRight" b="textAreaBottom"/>
              <a:pathLst>
                <a:path w="500" h="576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s-ES" sz="1800" b="0" u="none" strike="noStrike" noProof="0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" name="PlaceHolder 1">
            <a:extLst>
              <a:ext uri="{FF2B5EF4-FFF2-40B4-BE49-F238E27FC236}">
                <a16:creationId xmlns:a16="http://schemas.microsoft.com/office/drawing/2014/main" id="{F4E0EE85-949D-A9D1-1A25-A67210B0F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560" y="1137548"/>
            <a:ext cx="6752880" cy="80021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000" b="0" u="none" strike="noStrike" noProof="0" dirty="0">
                <a:solidFill>
                  <a:schemeClr val="dk1"/>
                </a:solidFill>
                <a:effectLst/>
                <a:uFillTx/>
                <a:latin typeface="Libre Baskerville"/>
                <a:ea typeface="Libre Baskerville"/>
              </a:rPr>
              <a:t>Gracias por la atención</a:t>
            </a:r>
            <a:endParaRPr lang="es-ES" sz="4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FEA8A27F-EF4D-ABAA-6C84-9B619208BA54}"/>
              </a:ext>
            </a:extLst>
          </p:cNvPr>
          <p:cNvSpPr txBox="1">
            <a:spLocks/>
          </p:cNvSpPr>
          <p:nvPr/>
        </p:nvSpPr>
        <p:spPr>
          <a:xfrm>
            <a:off x="2348100" y="1825860"/>
            <a:ext cx="4447800" cy="221599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2400" b="1" dirty="0">
                <a:solidFill>
                  <a:schemeClr val="dk1"/>
                </a:solidFill>
                <a:latin typeface="Source Sans 3"/>
                <a:ea typeface="Source Sans 3"/>
              </a:rPr>
              <a:t>¿Alguna pregunta?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600" b="1" dirty="0">
              <a:solidFill>
                <a:schemeClr val="dk1"/>
              </a:solidFill>
              <a:latin typeface="Source Sans 3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600" b="1" dirty="0">
                <a:solidFill>
                  <a:schemeClr val="dk1"/>
                </a:solidFill>
                <a:latin typeface="Source Sans 3"/>
              </a:rPr>
              <a:t>Agradecimientos </a:t>
            </a:r>
            <a:r>
              <a:rPr lang="es-ES" sz="1600" dirty="0">
                <a:solidFill>
                  <a:schemeClr val="dk1"/>
                </a:solidFill>
                <a:latin typeface="Source Sans 3"/>
              </a:rPr>
              <a:t>al grupo de amigos y jugadores que han acompañado a Ether &amp; </a:t>
            </a:r>
            <a:r>
              <a:rPr lang="es-ES" sz="1600" dirty="0" err="1">
                <a:solidFill>
                  <a:schemeClr val="dk1"/>
                </a:solidFill>
                <a:latin typeface="Source Sans 3"/>
              </a:rPr>
              <a:t>SteamBoys</a:t>
            </a:r>
            <a:r>
              <a:rPr lang="es-ES" sz="1600" dirty="0">
                <a:solidFill>
                  <a:schemeClr val="dk1"/>
                </a:solidFill>
                <a:latin typeface="Source Sans 3"/>
              </a:rPr>
              <a:t> desde que comenzó en 2013.</a:t>
            </a:r>
            <a:endParaRPr lang="es-ES" sz="1600" b="1" dirty="0">
              <a:solidFill>
                <a:schemeClr val="dk1"/>
              </a:solidFill>
              <a:latin typeface="Source Sans 3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s-ES" sz="1600" b="1" dirty="0">
              <a:solidFill>
                <a:schemeClr val="dk1"/>
              </a:solidFill>
              <a:latin typeface="Source Sans 3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400" b="1" dirty="0">
                <a:solidFill>
                  <a:schemeClr val="dk1"/>
                </a:solidFill>
                <a:latin typeface="Source Sans 3"/>
              </a:rPr>
              <a:t>Contacto</a:t>
            </a:r>
            <a:endParaRPr lang="es-ES" sz="1400" dirty="0">
              <a:solidFill>
                <a:srgbClr val="000000"/>
              </a:solidFill>
              <a:latin typeface="OpenSymbo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s-ES" sz="1400" dirty="0">
                <a:solidFill>
                  <a:schemeClr val="dk1"/>
                </a:solidFill>
                <a:latin typeface="Source Sans 3"/>
                <a:ea typeface="Source Sans 3"/>
              </a:rPr>
              <a:t>diego.alvarezdelpozo@gmail.com</a:t>
            </a:r>
            <a:endParaRPr lang="es-ES" sz="1600" dirty="0">
              <a:solidFill>
                <a:srgbClr val="000000"/>
              </a:solidFill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4261216185"/>
      </p:ext>
    </p:extLst>
  </p:cSld>
  <p:clrMapOvr>
    <a:masterClrMapping/>
  </p:clrMapOvr>
</p:sld>
</file>

<file path=ppt/theme/theme1.xml><?xml version="1.0" encoding="utf-8"?>
<a:theme xmlns:a="http://schemas.openxmlformats.org/drawingml/2006/main" name="Reconstruction Era and the Gilded Age - History - 11th grade by Slidesgo">
  <a:themeElements>
    <a:clrScheme name="Simple Light">
      <a:dk1>
        <a:srgbClr val="35240A"/>
      </a:dk1>
      <a:lt1>
        <a:srgbClr val="DED6C2"/>
      </a:lt1>
      <a:dk2>
        <a:srgbClr val="9B794E"/>
      </a:dk2>
      <a:lt2>
        <a:srgbClr val="724711"/>
      </a:lt2>
      <a:accent1>
        <a:srgbClr val="5E380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240A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</TotalTime>
  <Words>363</Words>
  <Application>Microsoft Office PowerPoint</Application>
  <PresentationFormat>Presentación en pantalla (16:9)</PresentationFormat>
  <Paragraphs>79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Arial</vt:lpstr>
      <vt:lpstr>Calibri</vt:lpstr>
      <vt:lpstr>Libre Baskerville</vt:lpstr>
      <vt:lpstr>OpenSymbol</vt:lpstr>
      <vt:lpstr>Source Sans 3</vt:lpstr>
      <vt:lpstr>Symbol</vt:lpstr>
      <vt:lpstr>Wingdings</vt:lpstr>
      <vt:lpstr>Reconstruction Era and the Gilded Age - History - 11th grade by Slidesgo</vt:lpstr>
      <vt:lpstr>Ether&amp;SteamBoys: Legacy</vt:lpstr>
      <vt:lpstr>Índice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 por la atención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</cp:lastModifiedBy>
  <cp:revision>17</cp:revision>
  <dcterms:modified xsi:type="dcterms:W3CDTF">2026-05-14T08:05:25Z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2026-05-12T08:08:16Z</dcterms:created>
  <dc:creator>Unknown Creator</dc:creator>
  <dc:description/>
  <dc:language>en-US</dc:language>
  <cp:lastModifiedBy>Unknown Creator</cp:lastModifiedBy>
  <dcterms:modified xsi:type="dcterms:W3CDTF">2026-05-12T08:08:16Z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